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11"/>
    <p:restoredTop sz="94705"/>
  </p:normalViewPr>
  <p:slideViewPr>
    <p:cSldViewPr>
      <p:cViewPr varScale="1">
        <p:scale>
          <a:sx n="118" d="100"/>
          <a:sy n="118" d="100"/>
        </p:scale>
        <p:origin x="208" y="6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C41D3-E9B3-7465-7196-A0553B2DA2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64BE0F-AE01-66C3-5255-DD0DD537F3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3B5C1-33EF-7E1A-1FA4-62C8AF108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51E23-C394-A44A-BC06-790834304213}" type="datetimeFigureOut">
              <a:rPr lang="en-IL" smtClean="0"/>
              <a:t>26/10/2025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6B18F1-80DE-1420-C02C-E3852E4A6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D5131E-3DA6-B102-F8A2-1098BB9D5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BFFD8-4978-D04E-B528-BEF03B477C5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805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B3202-1B73-D8A7-61AE-F0B8DCF29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DB0A8-8AA5-71E9-B66F-8931E1061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D7D22-ACA6-5267-D99F-2F9ADB7E2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51E23-C394-A44A-BC06-790834304213}" type="datetimeFigureOut">
              <a:rPr lang="en-IL" smtClean="0"/>
              <a:t>26/10/2025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71578-BC3A-3FCF-5433-43F4166CC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D9215-2B4B-2652-4C37-198F4DAC9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BFFD8-4978-D04E-B528-BEF03B477C5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18794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CF995-01C5-F79D-2E8E-A153BD72F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096EED-4881-5AB4-8BC6-683B41288C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75EF9-4923-B7A4-DB12-4FB360284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51E23-C394-A44A-BC06-790834304213}" type="datetimeFigureOut">
              <a:rPr lang="en-IL" smtClean="0"/>
              <a:t>26/10/2025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19FDD-6732-F0E0-9AAD-2443D1566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789E0-8C00-0D24-4B4D-CB7ADC009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BFFD8-4978-D04E-B528-BEF03B477C5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15989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CA808-0F9B-A819-B2DE-AA90A9731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5FFDC-A222-DB74-2877-A438ED88A7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A865F4-2378-D988-75EB-1A05E16604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46A6FD-6CCC-3D4A-662E-7619A1C6B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51E23-C394-A44A-BC06-790834304213}" type="datetimeFigureOut">
              <a:rPr lang="en-IL" smtClean="0"/>
              <a:t>26/10/2025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734ADE-E57F-724D-4E81-4711D1389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CB292D-6B92-8A73-EB9E-D21D494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BFFD8-4978-D04E-B528-BEF03B477C5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68180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6FEE9-2516-AD3A-7CD3-A4C660F00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5B796F-C4F6-98C7-3374-CF6ACC1EA5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BBF5D3-027F-3F17-65A8-73D36A8F3B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A946A0-164B-2EA3-B7B7-E2B0DB5E20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51ED5D-B91D-0FA5-1E7B-4475B97265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369898-848B-03CB-3668-8747728BC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51E23-C394-A44A-BC06-790834304213}" type="datetimeFigureOut">
              <a:rPr lang="en-IL" smtClean="0"/>
              <a:t>26/10/2025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13575B-7073-AB84-60B3-5ECB20B40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54227D-FC05-C8B5-3756-AB5034257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BFFD8-4978-D04E-B528-BEF03B477C5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9949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5CD76-5372-E12D-CF74-AD0706DBC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0FC0D7-1821-C366-6446-6CA5FEA5E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51E23-C394-A44A-BC06-790834304213}" type="datetimeFigureOut">
              <a:rPr lang="en-IL" smtClean="0"/>
              <a:t>26/10/2025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48D7F2-5201-A59C-4428-5CAE6796B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2AD659-E098-7A88-E895-76296C402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BFFD8-4978-D04E-B528-BEF03B477C5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18125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6FFD4D-599B-BBD2-8A8C-A7687CC7A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51E23-C394-A44A-BC06-790834304213}" type="datetimeFigureOut">
              <a:rPr lang="en-IL" smtClean="0"/>
              <a:t>26/10/2025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A1E01B-F4F1-AC6C-EB31-4C144CC63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677205-32E4-FE81-E95B-AA3D6C4EC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BFFD8-4978-D04E-B528-BEF03B477C5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63773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3C155-8B4D-6F39-6A55-7B513DE99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20C10-770D-489A-1398-68F880F20D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FACB2C-C7DA-5682-9FD5-F2C76AA81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22BCA6-F4D1-201A-F782-FF14CE113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51E23-C394-A44A-BC06-790834304213}" type="datetimeFigureOut">
              <a:rPr lang="en-IL" smtClean="0"/>
              <a:t>26/10/2025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0C93F-5410-646D-E7E7-EE75E6B62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5A5FC7-0A18-500F-3F06-2078D7120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BFFD8-4978-D04E-B528-BEF03B477C5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38678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F7C40-223C-8532-8336-F00CE01E4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BFE8C7-7C2E-B8BC-AE8D-A9D6D00423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C2E0BC-5D89-9B9E-6E0B-55FF17D6F4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5DD111-0837-3E4C-5566-2081E9FF7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51E23-C394-A44A-BC06-790834304213}" type="datetimeFigureOut">
              <a:rPr lang="en-IL" smtClean="0"/>
              <a:t>26/10/2025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A00EB2-12DA-D882-2A20-6615BF130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FF22E4-D4B1-EA93-E8FA-8F4F23BB2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BFFD8-4978-D04E-B528-BEF03B477C5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67167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C83FD-3853-E7DF-732E-6262B15F8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251BF8-2088-5CEE-7640-358C841081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6E25B-2798-703C-AAB2-927724151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51E23-C394-A44A-BC06-790834304213}" type="datetimeFigureOut">
              <a:rPr lang="en-IL" smtClean="0"/>
              <a:t>26/10/2025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F95EF-F80C-EA9D-3A82-885CA51B3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03EE1E-F15E-936C-6174-DB506A714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BFFD8-4978-D04E-B528-BEF03B477C5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24947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6E5754-776F-6B62-FF51-CBC0212D27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E594EB-BD00-7DDE-6EA4-864C730F35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D6F0D4-5D11-24C2-199B-7350697C7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51E23-C394-A44A-BC06-790834304213}" type="datetimeFigureOut">
              <a:rPr lang="en-IL" smtClean="0"/>
              <a:t>26/10/2025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2DA769-71BF-4B60-F946-2F615665F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E41FB-0EA3-359A-66BB-58BCCBEC8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BFFD8-4978-D04E-B528-BEF03B477C5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98175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6FA41A-CE37-960C-666E-18A264562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509EA1-1456-9351-53DA-BF9868FBCA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2AD41-95D6-250F-D5D6-F251A6F3F2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051E23-C394-A44A-BC06-790834304213}" type="datetimeFigureOut">
              <a:rPr lang="en-IL" smtClean="0"/>
              <a:t>26/10/2025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11A181-8085-CB1F-C2C2-204B5B3FAB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460F1-425A-8CFE-2E57-D21B806E7A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6BFFD8-4978-D04E-B528-BEF03B477C5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62164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B63CED9C-B1CF-7BCF-AC6C-7B221E17B249}"/>
              </a:ext>
            </a:extLst>
          </p:cNvPr>
          <p:cNvGrpSpPr/>
          <p:nvPr/>
        </p:nvGrpSpPr>
        <p:grpSpPr>
          <a:xfrm>
            <a:off x="335360" y="548680"/>
            <a:ext cx="11721822" cy="5874843"/>
            <a:chOff x="335360" y="548680"/>
            <a:chExt cx="11721822" cy="5874843"/>
          </a:xfrm>
        </p:grpSpPr>
        <p:sp>
          <p:nvSpPr>
            <p:cNvPr id="10" name="Cloud 9">
              <a:extLst>
                <a:ext uri="{FF2B5EF4-FFF2-40B4-BE49-F238E27FC236}">
                  <a16:creationId xmlns:a16="http://schemas.microsoft.com/office/drawing/2014/main" id="{2BF7923B-C710-4BA7-FA52-F84FABC5B8EF}"/>
                </a:ext>
              </a:extLst>
            </p:cNvPr>
            <p:cNvSpPr/>
            <p:nvPr/>
          </p:nvSpPr>
          <p:spPr>
            <a:xfrm>
              <a:off x="4079776" y="1628800"/>
              <a:ext cx="3984718" cy="2736304"/>
            </a:xfrm>
            <a:prstGeom prst="cloud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L" sz="1600" b="1" dirty="0">
                  <a:ln>
                    <a:solidFill>
                      <a:schemeClr val="accent6"/>
                    </a:solidFill>
                  </a:ln>
                  <a:solidFill>
                    <a:schemeClr val="accent6"/>
                  </a:solidFill>
                  <a:latin typeface="NVIDIA Sans" panose="020B0503020203020204" pitchFamily="34" charset="0"/>
                  <a:cs typeface="NVIDIA Sans" panose="020B0503020203020204" pitchFamily="34" charset="0"/>
                </a:rPr>
                <a:t>RoCE / Infiniband / TCP</a:t>
              </a:r>
            </a:p>
            <a:p>
              <a:pPr algn="ctr"/>
              <a:r>
                <a:rPr lang="en-IL" sz="1600" b="1" dirty="0">
                  <a:ln>
                    <a:solidFill>
                      <a:schemeClr val="accent6"/>
                    </a:solidFill>
                  </a:ln>
                  <a:solidFill>
                    <a:schemeClr val="accent6"/>
                  </a:solidFill>
                  <a:latin typeface="NVIDIA Sans" panose="020B0503020203020204" pitchFamily="34" charset="0"/>
                  <a:cs typeface="NVIDIA Sans" panose="020B0503020203020204" pitchFamily="34" charset="0"/>
                </a:rPr>
                <a:t>Network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1A84673-8A78-7FD6-C4D9-E7CE99C13EA6}"/>
                </a:ext>
              </a:extLst>
            </p:cNvPr>
            <p:cNvSpPr txBox="1"/>
            <p:nvPr/>
          </p:nvSpPr>
          <p:spPr>
            <a:xfrm>
              <a:off x="335360" y="548680"/>
              <a:ext cx="3480250" cy="28803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noAutofit/>
            </a:bodyPr>
            <a:lstStyle/>
            <a:p>
              <a:r>
                <a:rPr lang="en-IL" sz="1600" b="1" dirty="0">
                  <a:latin typeface="NVIDIA Sans" panose="020B0503020203020204" pitchFamily="34" charset="0"/>
                  <a:cs typeface="NVIDIA Sans" panose="020B0503020203020204" pitchFamily="34" charset="0"/>
                </a:rPr>
                <a:t>Client Node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E060E3A-AFC7-BAEA-6FAC-EA13285F3F4E}"/>
                </a:ext>
              </a:extLst>
            </p:cNvPr>
            <p:cNvSpPr txBox="1"/>
            <p:nvPr/>
          </p:nvSpPr>
          <p:spPr>
            <a:xfrm>
              <a:off x="911424" y="980728"/>
              <a:ext cx="2367880" cy="1008112"/>
            </a:xfrm>
            <a:prstGeom prst="rect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r>
                <a:rPr lang="en-IL" sz="1600" b="1" dirty="0">
                  <a:solidFill>
                    <a:schemeClr val="accent4"/>
                  </a:solidFill>
                  <a:latin typeface="NVIDIA Sans" panose="020B0503020203020204" pitchFamily="34" charset="0"/>
                  <a:cs typeface="NVIDIA Sans" panose="020B0503020203020204" pitchFamily="34" charset="0"/>
                </a:rPr>
                <a:t>NVMesh Block</a:t>
              </a:r>
            </a:p>
            <a:p>
              <a:pPr algn="ctr"/>
              <a:r>
                <a:rPr lang="en-IL" sz="1600" b="1" dirty="0">
                  <a:solidFill>
                    <a:schemeClr val="accent4"/>
                  </a:solidFill>
                  <a:latin typeface="NVIDIA Sans" panose="020B0503020203020204" pitchFamily="34" charset="0"/>
                  <a:cs typeface="NVIDIA Sans" panose="020B0503020203020204" pitchFamily="34" charset="0"/>
                </a:rPr>
                <a:t>Device Driver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9E8A693-3A38-1300-CD76-B41CCAF19BE2}"/>
                </a:ext>
              </a:extLst>
            </p:cNvPr>
            <p:cNvSpPr txBox="1"/>
            <p:nvPr/>
          </p:nvSpPr>
          <p:spPr>
            <a:xfrm>
              <a:off x="1639888" y="1980456"/>
              <a:ext cx="1071736" cy="368424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r>
                <a:rPr lang="en-IL" sz="1600" b="1" dirty="0">
                  <a:solidFill>
                    <a:schemeClr val="accent6"/>
                  </a:solidFill>
                  <a:latin typeface="NVIDIA Sans" panose="020B0503020203020204" pitchFamily="34" charset="0"/>
                  <a:cs typeface="NVIDIA Sans" panose="020B0503020203020204" pitchFamily="34" charset="0"/>
                </a:rPr>
                <a:t>CPU(s)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E55A7BC-78AA-4601-10AD-B1CDBC423D06}"/>
                </a:ext>
              </a:extLst>
            </p:cNvPr>
            <p:cNvSpPr txBox="1"/>
            <p:nvPr/>
          </p:nvSpPr>
          <p:spPr>
            <a:xfrm>
              <a:off x="3143672" y="2236676"/>
              <a:ext cx="1071736" cy="904292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r>
                <a:rPr lang="en-IL" sz="1600" b="1" dirty="0">
                  <a:solidFill>
                    <a:schemeClr val="accent6"/>
                  </a:solidFill>
                  <a:latin typeface="NVIDIA Sans" panose="020B0503020203020204" pitchFamily="34" charset="0"/>
                  <a:cs typeface="NVIDIA Sans" panose="020B0503020203020204" pitchFamily="34" charset="0"/>
                </a:rPr>
                <a:t>RDMA</a:t>
              </a:r>
            </a:p>
            <a:p>
              <a:pPr algn="ctr"/>
              <a:r>
                <a:rPr lang="en-IL" sz="1600" b="1" dirty="0">
                  <a:solidFill>
                    <a:schemeClr val="accent6"/>
                  </a:solidFill>
                  <a:latin typeface="NVIDIA Sans" panose="020B0503020203020204" pitchFamily="34" charset="0"/>
                  <a:cs typeface="NVIDIA Sans" panose="020B0503020203020204" pitchFamily="34" charset="0"/>
                </a:rPr>
                <a:t>NIC(s)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10C8147-7760-E5B3-D121-B3ACECF83EBE}"/>
                </a:ext>
              </a:extLst>
            </p:cNvPr>
            <p:cNvSpPr txBox="1"/>
            <p:nvPr/>
          </p:nvSpPr>
          <p:spPr>
            <a:xfrm>
              <a:off x="8376390" y="548680"/>
              <a:ext cx="3480250" cy="28803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noAutofit/>
            </a:bodyPr>
            <a:lstStyle/>
            <a:p>
              <a:r>
                <a:rPr lang="en-IL" sz="1600" b="1" dirty="0">
                  <a:latin typeface="NVIDIA Sans" panose="020B0503020203020204" pitchFamily="34" charset="0"/>
                  <a:cs typeface="NVIDIA Sans" panose="020B0503020203020204" pitchFamily="34" charset="0"/>
                </a:rPr>
                <a:t>Target / Server Node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46B1B1E-9DAF-000F-33D7-E0B80705233E}"/>
                </a:ext>
              </a:extLst>
            </p:cNvPr>
            <p:cNvSpPr txBox="1"/>
            <p:nvPr/>
          </p:nvSpPr>
          <p:spPr>
            <a:xfrm>
              <a:off x="8952454" y="980728"/>
              <a:ext cx="2367880" cy="1008112"/>
            </a:xfrm>
            <a:prstGeom prst="rect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r>
                <a:rPr lang="en-IL" sz="1600" b="1" dirty="0">
                  <a:solidFill>
                    <a:schemeClr val="accent4"/>
                  </a:solidFill>
                  <a:latin typeface="NVIDIA Sans" panose="020B0503020203020204" pitchFamily="34" charset="0"/>
                  <a:cs typeface="NVIDIA Sans" panose="020B0503020203020204" pitchFamily="34" charset="0"/>
                </a:rPr>
                <a:t>NVMesh Target Modules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C8FE075-D536-2939-FED9-9C90C7D32245}"/>
                </a:ext>
              </a:extLst>
            </p:cNvPr>
            <p:cNvSpPr txBox="1"/>
            <p:nvPr/>
          </p:nvSpPr>
          <p:spPr>
            <a:xfrm>
              <a:off x="9680918" y="1980456"/>
              <a:ext cx="1071736" cy="368424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r>
                <a:rPr lang="en-IL" sz="1600" b="1" dirty="0">
                  <a:solidFill>
                    <a:schemeClr val="accent6"/>
                  </a:solidFill>
                  <a:latin typeface="NVIDIA Sans" panose="020B0503020203020204" pitchFamily="34" charset="0"/>
                  <a:cs typeface="NVIDIA Sans" panose="020B0503020203020204" pitchFamily="34" charset="0"/>
                </a:rPr>
                <a:t>CPU(s)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F937EC-FF7A-D329-3A10-C76EFE57DF0B}"/>
                </a:ext>
              </a:extLst>
            </p:cNvPr>
            <p:cNvSpPr txBox="1"/>
            <p:nvPr/>
          </p:nvSpPr>
          <p:spPr>
            <a:xfrm>
              <a:off x="8041064" y="2236676"/>
              <a:ext cx="1071736" cy="904292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r>
                <a:rPr lang="en-IL" sz="1600" b="1" dirty="0">
                  <a:solidFill>
                    <a:schemeClr val="accent6"/>
                  </a:solidFill>
                  <a:latin typeface="NVIDIA Sans" panose="020B0503020203020204" pitchFamily="34" charset="0"/>
                  <a:cs typeface="NVIDIA Sans" panose="020B0503020203020204" pitchFamily="34" charset="0"/>
                </a:rPr>
                <a:t>RDMA</a:t>
              </a:r>
            </a:p>
            <a:p>
              <a:pPr algn="ctr"/>
              <a:r>
                <a:rPr lang="en-IL" sz="1600" b="1" dirty="0">
                  <a:solidFill>
                    <a:schemeClr val="accent6"/>
                  </a:solidFill>
                  <a:latin typeface="NVIDIA Sans" panose="020B0503020203020204" pitchFamily="34" charset="0"/>
                  <a:cs typeface="NVIDIA Sans" panose="020B0503020203020204" pitchFamily="34" charset="0"/>
                </a:rPr>
                <a:t>NIC(s)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EF3E458-4404-0A84-FDB7-839184C1BF92}"/>
                </a:ext>
              </a:extLst>
            </p:cNvPr>
            <p:cNvSpPr txBox="1"/>
            <p:nvPr/>
          </p:nvSpPr>
          <p:spPr>
            <a:xfrm>
              <a:off x="10985446" y="2236676"/>
              <a:ext cx="1071736" cy="904292"/>
            </a:xfrm>
            <a:prstGeom prst="rect">
              <a:avLst/>
            </a:prstGeom>
            <a:ln>
              <a:solidFill>
                <a:schemeClr val="accent5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r>
                <a:rPr lang="en-IL" sz="1600" b="1" dirty="0">
                  <a:solidFill>
                    <a:schemeClr val="accent5"/>
                  </a:solidFill>
                  <a:latin typeface="NVIDIA Sans" panose="020B0503020203020204" pitchFamily="34" charset="0"/>
                  <a:cs typeface="NVIDIA Sans" panose="020B0503020203020204" pitchFamily="34" charset="0"/>
                </a:rPr>
                <a:t>NVMe</a:t>
              </a:r>
            </a:p>
            <a:p>
              <a:pPr algn="ctr"/>
              <a:r>
                <a:rPr lang="en-IL" sz="1600" b="1" dirty="0">
                  <a:solidFill>
                    <a:schemeClr val="accent5"/>
                  </a:solidFill>
                  <a:latin typeface="NVIDIA Sans" panose="020B0503020203020204" pitchFamily="34" charset="0"/>
                  <a:cs typeface="NVIDIA Sans" panose="020B0503020203020204" pitchFamily="34" charset="0"/>
                </a:rPr>
                <a:t>SSD(s)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A7636B9C-C19B-88B3-FE0A-65B74CD9C275}"/>
                </a:ext>
              </a:extLst>
            </p:cNvPr>
            <p:cNvCxnSpPr>
              <a:stCxn id="6" idx="3"/>
            </p:cNvCxnSpPr>
            <p:nvPr/>
          </p:nvCxnSpPr>
          <p:spPr>
            <a:xfrm>
              <a:off x="3279304" y="1484784"/>
              <a:ext cx="5673150" cy="0"/>
            </a:xfrm>
            <a:prstGeom prst="straightConnector1">
              <a:avLst/>
            </a:prstGeom>
            <a:ln w="38100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C326800-1DAE-194C-61CE-B1D092520C96}"/>
                </a:ext>
              </a:extLst>
            </p:cNvPr>
            <p:cNvSpPr txBox="1"/>
            <p:nvPr/>
          </p:nvSpPr>
          <p:spPr>
            <a:xfrm>
              <a:off x="4943872" y="1124744"/>
              <a:ext cx="22322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L" sz="1600" b="1" dirty="0">
                  <a:solidFill>
                    <a:schemeClr val="accent4"/>
                  </a:solidFill>
                  <a:latin typeface="NVIDIA Sans" panose="020B0503020203020204" pitchFamily="34" charset="0"/>
                  <a:cs typeface="NVIDIA Sans" panose="020B0503020203020204" pitchFamily="34" charset="0"/>
                </a:rPr>
                <a:t>Network Path Setup</a:t>
              </a: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461433D0-D982-6962-E105-C51A76E84E49}"/>
                </a:ext>
              </a:extLst>
            </p:cNvPr>
            <p:cNvSpPr/>
            <p:nvPr/>
          </p:nvSpPr>
          <p:spPr>
            <a:xfrm>
              <a:off x="1676400" y="1817914"/>
              <a:ext cx="9437914" cy="1469572"/>
            </a:xfrm>
            <a:custGeom>
              <a:avLst/>
              <a:gdLst>
                <a:gd name="connsiteX0" fmla="*/ 76200 w 9437914"/>
                <a:gd name="connsiteY0" fmla="*/ 10886 h 1469572"/>
                <a:gd name="connsiteX1" fmla="*/ 54429 w 9437914"/>
                <a:gd name="connsiteY1" fmla="*/ 152400 h 1469572"/>
                <a:gd name="connsiteX2" fmla="*/ 43543 w 9437914"/>
                <a:gd name="connsiteY2" fmla="*/ 217715 h 1469572"/>
                <a:gd name="connsiteX3" fmla="*/ 32657 w 9437914"/>
                <a:gd name="connsiteY3" fmla="*/ 250372 h 1469572"/>
                <a:gd name="connsiteX4" fmla="*/ 21771 w 9437914"/>
                <a:gd name="connsiteY4" fmla="*/ 304800 h 1469572"/>
                <a:gd name="connsiteX5" fmla="*/ 0 w 9437914"/>
                <a:gd name="connsiteY5" fmla="*/ 370115 h 1469572"/>
                <a:gd name="connsiteX6" fmla="*/ 10886 w 9437914"/>
                <a:gd name="connsiteY6" fmla="*/ 500743 h 1469572"/>
                <a:gd name="connsiteX7" fmla="*/ 21771 w 9437914"/>
                <a:gd name="connsiteY7" fmla="*/ 555172 h 1469572"/>
                <a:gd name="connsiteX8" fmla="*/ 32657 w 9437914"/>
                <a:gd name="connsiteY8" fmla="*/ 631372 h 1469572"/>
                <a:gd name="connsiteX9" fmla="*/ 76200 w 9437914"/>
                <a:gd name="connsiteY9" fmla="*/ 827315 h 1469572"/>
                <a:gd name="connsiteX10" fmla="*/ 87086 w 9437914"/>
                <a:gd name="connsiteY10" fmla="*/ 859972 h 1469572"/>
                <a:gd name="connsiteX11" fmla="*/ 119743 w 9437914"/>
                <a:gd name="connsiteY11" fmla="*/ 881743 h 1469572"/>
                <a:gd name="connsiteX12" fmla="*/ 174171 w 9437914"/>
                <a:gd name="connsiteY12" fmla="*/ 925286 h 1469572"/>
                <a:gd name="connsiteX13" fmla="*/ 217714 w 9437914"/>
                <a:gd name="connsiteY13" fmla="*/ 936172 h 1469572"/>
                <a:gd name="connsiteX14" fmla="*/ 250371 w 9437914"/>
                <a:gd name="connsiteY14" fmla="*/ 957943 h 1469572"/>
                <a:gd name="connsiteX15" fmla="*/ 283029 w 9437914"/>
                <a:gd name="connsiteY15" fmla="*/ 968829 h 1469572"/>
                <a:gd name="connsiteX16" fmla="*/ 391886 w 9437914"/>
                <a:gd name="connsiteY16" fmla="*/ 990600 h 1469572"/>
                <a:gd name="connsiteX17" fmla="*/ 522514 w 9437914"/>
                <a:gd name="connsiteY17" fmla="*/ 1012372 h 1469572"/>
                <a:gd name="connsiteX18" fmla="*/ 620486 w 9437914"/>
                <a:gd name="connsiteY18" fmla="*/ 1023257 h 1469572"/>
                <a:gd name="connsiteX19" fmla="*/ 772886 w 9437914"/>
                <a:gd name="connsiteY19" fmla="*/ 1045029 h 1469572"/>
                <a:gd name="connsiteX20" fmla="*/ 1132114 w 9437914"/>
                <a:gd name="connsiteY20" fmla="*/ 1066800 h 1469572"/>
                <a:gd name="connsiteX21" fmla="*/ 1317171 w 9437914"/>
                <a:gd name="connsiteY21" fmla="*/ 1077686 h 1469572"/>
                <a:gd name="connsiteX22" fmla="*/ 1469571 w 9437914"/>
                <a:gd name="connsiteY22" fmla="*/ 1088572 h 1469572"/>
                <a:gd name="connsiteX23" fmla="*/ 1545771 w 9437914"/>
                <a:gd name="connsiteY23" fmla="*/ 1099457 h 1469572"/>
                <a:gd name="connsiteX24" fmla="*/ 1654629 w 9437914"/>
                <a:gd name="connsiteY24" fmla="*/ 1121229 h 1469572"/>
                <a:gd name="connsiteX25" fmla="*/ 1676400 w 9437914"/>
                <a:gd name="connsiteY25" fmla="*/ 1153886 h 1469572"/>
                <a:gd name="connsiteX26" fmla="*/ 1774371 w 9437914"/>
                <a:gd name="connsiteY26" fmla="*/ 1208315 h 1469572"/>
                <a:gd name="connsiteX27" fmla="*/ 1872343 w 9437914"/>
                <a:gd name="connsiteY27" fmla="*/ 1219200 h 1469572"/>
                <a:gd name="connsiteX28" fmla="*/ 1959429 w 9437914"/>
                <a:gd name="connsiteY28" fmla="*/ 1230086 h 1469572"/>
                <a:gd name="connsiteX29" fmla="*/ 2307771 w 9437914"/>
                <a:gd name="connsiteY29" fmla="*/ 1240972 h 1469572"/>
                <a:gd name="connsiteX30" fmla="*/ 2427514 w 9437914"/>
                <a:gd name="connsiteY30" fmla="*/ 1251857 h 1469572"/>
                <a:gd name="connsiteX31" fmla="*/ 2721429 w 9437914"/>
                <a:gd name="connsiteY31" fmla="*/ 1273629 h 1469572"/>
                <a:gd name="connsiteX32" fmla="*/ 2797629 w 9437914"/>
                <a:gd name="connsiteY32" fmla="*/ 1295400 h 1469572"/>
                <a:gd name="connsiteX33" fmla="*/ 2895600 w 9437914"/>
                <a:gd name="connsiteY33" fmla="*/ 1317172 h 1469572"/>
                <a:gd name="connsiteX34" fmla="*/ 2939143 w 9437914"/>
                <a:gd name="connsiteY34" fmla="*/ 1328057 h 1469572"/>
                <a:gd name="connsiteX35" fmla="*/ 3004457 w 9437914"/>
                <a:gd name="connsiteY35" fmla="*/ 1338943 h 1469572"/>
                <a:gd name="connsiteX36" fmla="*/ 3058886 w 9437914"/>
                <a:gd name="connsiteY36" fmla="*/ 1349829 h 1469572"/>
                <a:gd name="connsiteX37" fmla="*/ 3189514 w 9437914"/>
                <a:gd name="connsiteY37" fmla="*/ 1371600 h 1469572"/>
                <a:gd name="connsiteX38" fmla="*/ 3276600 w 9437914"/>
                <a:gd name="connsiteY38" fmla="*/ 1393372 h 1469572"/>
                <a:gd name="connsiteX39" fmla="*/ 3309257 w 9437914"/>
                <a:gd name="connsiteY39" fmla="*/ 1404257 h 1469572"/>
                <a:gd name="connsiteX40" fmla="*/ 3374571 w 9437914"/>
                <a:gd name="connsiteY40" fmla="*/ 1415143 h 1469572"/>
                <a:gd name="connsiteX41" fmla="*/ 3472543 w 9437914"/>
                <a:gd name="connsiteY41" fmla="*/ 1436915 h 1469572"/>
                <a:gd name="connsiteX42" fmla="*/ 3624943 w 9437914"/>
                <a:gd name="connsiteY42" fmla="*/ 1447800 h 1469572"/>
                <a:gd name="connsiteX43" fmla="*/ 4114800 w 9437914"/>
                <a:gd name="connsiteY43" fmla="*/ 1469572 h 1469572"/>
                <a:gd name="connsiteX44" fmla="*/ 4724400 w 9437914"/>
                <a:gd name="connsiteY44" fmla="*/ 1458686 h 1469572"/>
                <a:gd name="connsiteX45" fmla="*/ 4778829 w 9437914"/>
                <a:gd name="connsiteY45" fmla="*/ 1447800 h 1469572"/>
                <a:gd name="connsiteX46" fmla="*/ 5029200 w 9437914"/>
                <a:gd name="connsiteY46" fmla="*/ 1415143 h 1469572"/>
                <a:gd name="connsiteX47" fmla="*/ 5116286 w 9437914"/>
                <a:gd name="connsiteY47" fmla="*/ 1404257 h 1469572"/>
                <a:gd name="connsiteX48" fmla="*/ 5606143 w 9437914"/>
                <a:gd name="connsiteY48" fmla="*/ 1382486 h 1469572"/>
                <a:gd name="connsiteX49" fmla="*/ 5595257 w 9437914"/>
                <a:gd name="connsiteY49" fmla="*/ 1349829 h 1469572"/>
                <a:gd name="connsiteX50" fmla="*/ 5562600 w 9437914"/>
                <a:gd name="connsiteY50" fmla="*/ 1328057 h 1469572"/>
                <a:gd name="connsiteX51" fmla="*/ 5584371 w 9437914"/>
                <a:gd name="connsiteY51" fmla="*/ 1349829 h 1469572"/>
                <a:gd name="connsiteX52" fmla="*/ 5617029 w 9437914"/>
                <a:gd name="connsiteY52" fmla="*/ 1338943 h 1469572"/>
                <a:gd name="connsiteX53" fmla="*/ 6019800 w 9437914"/>
                <a:gd name="connsiteY53" fmla="*/ 1295400 h 1469572"/>
                <a:gd name="connsiteX54" fmla="*/ 6368143 w 9437914"/>
                <a:gd name="connsiteY54" fmla="*/ 1273629 h 1469572"/>
                <a:gd name="connsiteX55" fmla="*/ 6455229 w 9437914"/>
                <a:gd name="connsiteY55" fmla="*/ 1262743 h 1469572"/>
                <a:gd name="connsiteX56" fmla="*/ 6520543 w 9437914"/>
                <a:gd name="connsiteY56" fmla="*/ 1251857 h 1469572"/>
                <a:gd name="connsiteX57" fmla="*/ 6596743 w 9437914"/>
                <a:gd name="connsiteY57" fmla="*/ 1240972 h 1469572"/>
                <a:gd name="connsiteX58" fmla="*/ 6629400 w 9437914"/>
                <a:gd name="connsiteY58" fmla="*/ 1230086 h 1469572"/>
                <a:gd name="connsiteX59" fmla="*/ 6814457 w 9437914"/>
                <a:gd name="connsiteY59" fmla="*/ 1208315 h 1469572"/>
                <a:gd name="connsiteX60" fmla="*/ 6879771 w 9437914"/>
                <a:gd name="connsiteY60" fmla="*/ 1197429 h 1469572"/>
                <a:gd name="connsiteX61" fmla="*/ 6955971 w 9437914"/>
                <a:gd name="connsiteY61" fmla="*/ 1186543 h 1469572"/>
                <a:gd name="connsiteX62" fmla="*/ 7064829 w 9437914"/>
                <a:gd name="connsiteY62" fmla="*/ 1164772 h 1469572"/>
                <a:gd name="connsiteX63" fmla="*/ 7130143 w 9437914"/>
                <a:gd name="connsiteY63" fmla="*/ 1153886 h 1469572"/>
                <a:gd name="connsiteX64" fmla="*/ 7162800 w 9437914"/>
                <a:gd name="connsiteY64" fmla="*/ 1143000 h 1469572"/>
                <a:gd name="connsiteX65" fmla="*/ 7206343 w 9437914"/>
                <a:gd name="connsiteY65" fmla="*/ 1132115 h 1469572"/>
                <a:gd name="connsiteX66" fmla="*/ 7260771 w 9437914"/>
                <a:gd name="connsiteY66" fmla="*/ 1121229 h 1469572"/>
                <a:gd name="connsiteX67" fmla="*/ 7326086 w 9437914"/>
                <a:gd name="connsiteY67" fmla="*/ 1099457 h 1469572"/>
                <a:gd name="connsiteX68" fmla="*/ 7391400 w 9437914"/>
                <a:gd name="connsiteY68" fmla="*/ 1077686 h 1469572"/>
                <a:gd name="connsiteX69" fmla="*/ 7424057 w 9437914"/>
                <a:gd name="connsiteY69" fmla="*/ 1066800 h 1469572"/>
                <a:gd name="connsiteX70" fmla="*/ 7489371 w 9437914"/>
                <a:gd name="connsiteY70" fmla="*/ 1034143 h 1469572"/>
                <a:gd name="connsiteX71" fmla="*/ 7543800 w 9437914"/>
                <a:gd name="connsiteY71" fmla="*/ 990600 h 1469572"/>
                <a:gd name="connsiteX72" fmla="*/ 7609114 w 9437914"/>
                <a:gd name="connsiteY72" fmla="*/ 947057 h 1469572"/>
                <a:gd name="connsiteX73" fmla="*/ 7663543 w 9437914"/>
                <a:gd name="connsiteY73" fmla="*/ 903515 h 1469572"/>
                <a:gd name="connsiteX74" fmla="*/ 7696200 w 9437914"/>
                <a:gd name="connsiteY74" fmla="*/ 892629 h 1469572"/>
                <a:gd name="connsiteX75" fmla="*/ 7707086 w 9437914"/>
                <a:gd name="connsiteY75" fmla="*/ 859972 h 1469572"/>
                <a:gd name="connsiteX76" fmla="*/ 7772400 w 9437914"/>
                <a:gd name="connsiteY76" fmla="*/ 816429 h 1469572"/>
                <a:gd name="connsiteX77" fmla="*/ 7815943 w 9437914"/>
                <a:gd name="connsiteY77" fmla="*/ 772886 h 1469572"/>
                <a:gd name="connsiteX78" fmla="*/ 7870371 w 9437914"/>
                <a:gd name="connsiteY78" fmla="*/ 718457 h 1469572"/>
                <a:gd name="connsiteX79" fmla="*/ 7892143 w 9437914"/>
                <a:gd name="connsiteY79" fmla="*/ 696686 h 1469572"/>
                <a:gd name="connsiteX80" fmla="*/ 7924800 w 9437914"/>
                <a:gd name="connsiteY80" fmla="*/ 642257 h 1469572"/>
                <a:gd name="connsiteX81" fmla="*/ 7935686 w 9437914"/>
                <a:gd name="connsiteY81" fmla="*/ 609600 h 1469572"/>
                <a:gd name="connsiteX82" fmla="*/ 7957457 w 9437914"/>
                <a:gd name="connsiteY82" fmla="*/ 576943 h 1469572"/>
                <a:gd name="connsiteX83" fmla="*/ 7979229 w 9437914"/>
                <a:gd name="connsiteY83" fmla="*/ 511629 h 1469572"/>
                <a:gd name="connsiteX84" fmla="*/ 7990114 w 9437914"/>
                <a:gd name="connsiteY84" fmla="*/ 478972 h 1469572"/>
                <a:gd name="connsiteX85" fmla="*/ 8011886 w 9437914"/>
                <a:gd name="connsiteY85" fmla="*/ 446315 h 1469572"/>
                <a:gd name="connsiteX86" fmla="*/ 8055429 w 9437914"/>
                <a:gd name="connsiteY86" fmla="*/ 315686 h 1469572"/>
                <a:gd name="connsiteX87" fmla="*/ 8077200 w 9437914"/>
                <a:gd name="connsiteY87" fmla="*/ 250372 h 1469572"/>
                <a:gd name="connsiteX88" fmla="*/ 8120743 w 9437914"/>
                <a:gd name="connsiteY88" fmla="*/ 185057 h 1469572"/>
                <a:gd name="connsiteX89" fmla="*/ 8186057 w 9437914"/>
                <a:gd name="connsiteY89" fmla="*/ 108857 h 1469572"/>
                <a:gd name="connsiteX90" fmla="*/ 8251371 w 9437914"/>
                <a:gd name="connsiteY90" fmla="*/ 76200 h 1469572"/>
                <a:gd name="connsiteX91" fmla="*/ 8284029 w 9437914"/>
                <a:gd name="connsiteY91" fmla="*/ 54429 h 1469572"/>
                <a:gd name="connsiteX92" fmla="*/ 8305800 w 9437914"/>
                <a:gd name="connsiteY92" fmla="*/ 32657 h 1469572"/>
                <a:gd name="connsiteX93" fmla="*/ 8371114 w 9437914"/>
                <a:gd name="connsiteY93" fmla="*/ 21772 h 1469572"/>
                <a:gd name="connsiteX94" fmla="*/ 8490857 w 9437914"/>
                <a:gd name="connsiteY94" fmla="*/ 0 h 1469572"/>
                <a:gd name="connsiteX95" fmla="*/ 8610600 w 9437914"/>
                <a:gd name="connsiteY95" fmla="*/ 10886 h 1469572"/>
                <a:gd name="connsiteX96" fmla="*/ 8708571 w 9437914"/>
                <a:gd name="connsiteY96" fmla="*/ 43543 h 1469572"/>
                <a:gd name="connsiteX97" fmla="*/ 8773886 w 9437914"/>
                <a:gd name="connsiteY97" fmla="*/ 65315 h 1469572"/>
                <a:gd name="connsiteX98" fmla="*/ 8806543 w 9437914"/>
                <a:gd name="connsiteY98" fmla="*/ 76200 h 1469572"/>
                <a:gd name="connsiteX99" fmla="*/ 8850086 w 9437914"/>
                <a:gd name="connsiteY99" fmla="*/ 119743 h 1469572"/>
                <a:gd name="connsiteX100" fmla="*/ 8882743 w 9437914"/>
                <a:gd name="connsiteY100" fmla="*/ 174172 h 1469572"/>
                <a:gd name="connsiteX101" fmla="*/ 8969829 w 9437914"/>
                <a:gd name="connsiteY101" fmla="*/ 435429 h 1469572"/>
                <a:gd name="connsiteX102" fmla="*/ 8991600 w 9437914"/>
                <a:gd name="connsiteY102" fmla="*/ 500743 h 1469572"/>
                <a:gd name="connsiteX103" fmla="*/ 9002486 w 9437914"/>
                <a:gd name="connsiteY103" fmla="*/ 533400 h 1469572"/>
                <a:gd name="connsiteX104" fmla="*/ 9046029 w 9437914"/>
                <a:gd name="connsiteY104" fmla="*/ 587829 h 1469572"/>
                <a:gd name="connsiteX105" fmla="*/ 9056914 w 9437914"/>
                <a:gd name="connsiteY105" fmla="*/ 620486 h 1469572"/>
                <a:gd name="connsiteX106" fmla="*/ 9100457 w 9437914"/>
                <a:gd name="connsiteY106" fmla="*/ 664029 h 1469572"/>
                <a:gd name="connsiteX107" fmla="*/ 9144000 w 9437914"/>
                <a:gd name="connsiteY107" fmla="*/ 729343 h 1469572"/>
                <a:gd name="connsiteX108" fmla="*/ 9165771 w 9437914"/>
                <a:gd name="connsiteY108" fmla="*/ 762000 h 1469572"/>
                <a:gd name="connsiteX109" fmla="*/ 9252857 w 9437914"/>
                <a:gd name="connsiteY109" fmla="*/ 838200 h 1469572"/>
                <a:gd name="connsiteX110" fmla="*/ 9307286 w 9437914"/>
                <a:gd name="connsiteY110" fmla="*/ 870857 h 1469572"/>
                <a:gd name="connsiteX111" fmla="*/ 9394371 w 9437914"/>
                <a:gd name="connsiteY111" fmla="*/ 914400 h 1469572"/>
                <a:gd name="connsiteX112" fmla="*/ 9437914 w 9437914"/>
                <a:gd name="connsiteY112" fmla="*/ 925286 h 1469572"/>
                <a:gd name="connsiteX0" fmla="*/ 76200 w 9437914"/>
                <a:gd name="connsiteY0" fmla="*/ 10886 h 1469572"/>
                <a:gd name="connsiteX1" fmla="*/ 54429 w 9437914"/>
                <a:gd name="connsiteY1" fmla="*/ 152400 h 1469572"/>
                <a:gd name="connsiteX2" fmla="*/ 43543 w 9437914"/>
                <a:gd name="connsiteY2" fmla="*/ 217715 h 1469572"/>
                <a:gd name="connsiteX3" fmla="*/ 32657 w 9437914"/>
                <a:gd name="connsiteY3" fmla="*/ 250372 h 1469572"/>
                <a:gd name="connsiteX4" fmla="*/ 21771 w 9437914"/>
                <a:gd name="connsiteY4" fmla="*/ 304800 h 1469572"/>
                <a:gd name="connsiteX5" fmla="*/ 0 w 9437914"/>
                <a:gd name="connsiteY5" fmla="*/ 370115 h 1469572"/>
                <a:gd name="connsiteX6" fmla="*/ 10886 w 9437914"/>
                <a:gd name="connsiteY6" fmla="*/ 500743 h 1469572"/>
                <a:gd name="connsiteX7" fmla="*/ 21771 w 9437914"/>
                <a:gd name="connsiteY7" fmla="*/ 555172 h 1469572"/>
                <a:gd name="connsiteX8" fmla="*/ 32657 w 9437914"/>
                <a:gd name="connsiteY8" fmla="*/ 631372 h 1469572"/>
                <a:gd name="connsiteX9" fmla="*/ 76200 w 9437914"/>
                <a:gd name="connsiteY9" fmla="*/ 827315 h 1469572"/>
                <a:gd name="connsiteX10" fmla="*/ 87086 w 9437914"/>
                <a:gd name="connsiteY10" fmla="*/ 859972 h 1469572"/>
                <a:gd name="connsiteX11" fmla="*/ 119743 w 9437914"/>
                <a:gd name="connsiteY11" fmla="*/ 881743 h 1469572"/>
                <a:gd name="connsiteX12" fmla="*/ 174171 w 9437914"/>
                <a:gd name="connsiteY12" fmla="*/ 925286 h 1469572"/>
                <a:gd name="connsiteX13" fmla="*/ 217714 w 9437914"/>
                <a:gd name="connsiteY13" fmla="*/ 936172 h 1469572"/>
                <a:gd name="connsiteX14" fmla="*/ 250371 w 9437914"/>
                <a:gd name="connsiteY14" fmla="*/ 957943 h 1469572"/>
                <a:gd name="connsiteX15" fmla="*/ 283029 w 9437914"/>
                <a:gd name="connsiteY15" fmla="*/ 968829 h 1469572"/>
                <a:gd name="connsiteX16" fmla="*/ 391886 w 9437914"/>
                <a:gd name="connsiteY16" fmla="*/ 990600 h 1469572"/>
                <a:gd name="connsiteX17" fmla="*/ 522514 w 9437914"/>
                <a:gd name="connsiteY17" fmla="*/ 1012372 h 1469572"/>
                <a:gd name="connsiteX18" fmla="*/ 620486 w 9437914"/>
                <a:gd name="connsiteY18" fmla="*/ 1023257 h 1469572"/>
                <a:gd name="connsiteX19" fmla="*/ 772886 w 9437914"/>
                <a:gd name="connsiteY19" fmla="*/ 1045029 h 1469572"/>
                <a:gd name="connsiteX20" fmla="*/ 1132114 w 9437914"/>
                <a:gd name="connsiteY20" fmla="*/ 1066800 h 1469572"/>
                <a:gd name="connsiteX21" fmla="*/ 1317171 w 9437914"/>
                <a:gd name="connsiteY21" fmla="*/ 1077686 h 1469572"/>
                <a:gd name="connsiteX22" fmla="*/ 1469571 w 9437914"/>
                <a:gd name="connsiteY22" fmla="*/ 1088572 h 1469572"/>
                <a:gd name="connsiteX23" fmla="*/ 1545771 w 9437914"/>
                <a:gd name="connsiteY23" fmla="*/ 1099457 h 1469572"/>
                <a:gd name="connsiteX24" fmla="*/ 1654629 w 9437914"/>
                <a:gd name="connsiteY24" fmla="*/ 1121229 h 1469572"/>
                <a:gd name="connsiteX25" fmla="*/ 1676400 w 9437914"/>
                <a:gd name="connsiteY25" fmla="*/ 1153886 h 1469572"/>
                <a:gd name="connsiteX26" fmla="*/ 1774371 w 9437914"/>
                <a:gd name="connsiteY26" fmla="*/ 1208315 h 1469572"/>
                <a:gd name="connsiteX27" fmla="*/ 1872343 w 9437914"/>
                <a:gd name="connsiteY27" fmla="*/ 1219200 h 1469572"/>
                <a:gd name="connsiteX28" fmla="*/ 1959429 w 9437914"/>
                <a:gd name="connsiteY28" fmla="*/ 1230086 h 1469572"/>
                <a:gd name="connsiteX29" fmla="*/ 2307771 w 9437914"/>
                <a:gd name="connsiteY29" fmla="*/ 1240972 h 1469572"/>
                <a:gd name="connsiteX30" fmla="*/ 2427514 w 9437914"/>
                <a:gd name="connsiteY30" fmla="*/ 1251857 h 1469572"/>
                <a:gd name="connsiteX31" fmla="*/ 2721429 w 9437914"/>
                <a:gd name="connsiteY31" fmla="*/ 1273629 h 1469572"/>
                <a:gd name="connsiteX32" fmla="*/ 2797629 w 9437914"/>
                <a:gd name="connsiteY32" fmla="*/ 1295400 h 1469572"/>
                <a:gd name="connsiteX33" fmla="*/ 2895600 w 9437914"/>
                <a:gd name="connsiteY33" fmla="*/ 1317172 h 1469572"/>
                <a:gd name="connsiteX34" fmla="*/ 2939143 w 9437914"/>
                <a:gd name="connsiteY34" fmla="*/ 1328057 h 1469572"/>
                <a:gd name="connsiteX35" fmla="*/ 3004457 w 9437914"/>
                <a:gd name="connsiteY35" fmla="*/ 1338943 h 1469572"/>
                <a:gd name="connsiteX36" fmla="*/ 3058886 w 9437914"/>
                <a:gd name="connsiteY36" fmla="*/ 1349829 h 1469572"/>
                <a:gd name="connsiteX37" fmla="*/ 3189514 w 9437914"/>
                <a:gd name="connsiteY37" fmla="*/ 1371600 h 1469572"/>
                <a:gd name="connsiteX38" fmla="*/ 3276600 w 9437914"/>
                <a:gd name="connsiteY38" fmla="*/ 1393372 h 1469572"/>
                <a:gd name="connsiteX39" fmla="*/ 3309257 w 9437914"/>
                <a:gd name="connsiteY39" fmla="*/ 1404257 h 1469572"/>
                <a:gd name="connsiteX40" fmla="*/ 3374571 w 9437914"/>
                <a:gd name="connsiteY40" fmla="*/ 1415143 h 1469572"/>
                <a:gd name="connsiteX41" fmla="*/ 3472543 w 9437914"/>
                <a:gd name="connsiteY41" fmla="*/ 1436915 h 1469572"/>
                <a:gd name="connsiteX42" fmla="*/ 3624943 w 9437914"/>
                <a:gd name="connsiteY42" fmla="*/ 1447800 h 1469572"/>
                <a:gd name="connsiteX43" fmla="*/ 4114800 w 9437914"/>
                <a:gd name="connsiteY43" fmla="*/ 1469572 h 1469572"/>
                <a:gd name="connsiteX44" fmla="*/ 4724400 w 9437914"/>
                <a:gd name="connsiteY44" fmla="*/ 1458686 h 1469572"/>
                <a:gd name="connsiteX45" fmla="*/ 4778829 w 9437914"/>
                <a:gd name="connsiteY45" fmla="*/ 1447800 h 1469572"/>
                <a:gd name="connsiteX46" fmla="*/ 5029200 w 9437914"/>
                <a:gd name="connsiteY46" fmla="*/ 1415143 h 1469572"/>
                <a:gd name="connsiteX47" fmla="*/ 5116286 w 9437914"/>
                <a:gd name="connsiteY47" fmla="*/ 1404257 h 1469572"/>
                <a:gd name="connsiteX48" fmla="*/ 5606143 w 9437914"/>
                <a:gd name="connsiteY48" fmla="*/ 1382486 h 1469572"/>
                <a:gd name="connsiteX49" fmla="*/ 5595257 w 9437914"/>
                <a:gd name="connsiteY49" fmla="*/ 1349829 h 1469572"/>
                <a:gd name="connsiteX50" fmla="*/ 5562600 w 9437914"/>
                <a:gd name="connsiteY50" fmla="*/ 1328057 h 1469572"/>
                <a:gd name="connsiteX51" fmla="*/ 5584371 w 9437914"/>
                <a:gd name="connsiteY51" fmla="*/ 1349829 h 1469572"/>
                <a:gd name="connsiteX52" fmla="*/ 6019800 w 9437914"/>
                <a:gd name="connsiteY52" fmla="*/ 1295400 h 1469572"/>
                <a:gd name="connsiteX53" fmla="*/ 6368143 w 9437914"/>
                <a:gd name="connsiteY53" fmla="*/ 1273629 h 1469572"/>
                <a:gd name="connsiteX54" fmla="*/ 6455229 w 9437914"/>
                <a:gd name="connsiteY54" fmla="*/ 1262743 h 1469572"/>
                <a:gd name="connsiteX55" fmla="*/ 6520543 w 9437914"/>
                <a:gd name="connsiteY55" fmla="*/ 1251857 h 1469572"/>
                <a:gd name="connsiteX56" fmla="*/ 6596743 w 9437914"/>
                <a:gd name="connsiteY56" fmla="*/ 1240972 h 1469572"/>
                <a:gd name="connsiteX57" fmla="*/ 6629400 w 9437914"/>
                <a:gd name="connsiteY57" fmla="*/ 1230086 h 1469572"/>
                <a:gd name="connsiteX58" fmla="*/ 6814457 w 9437914"/>
                <a:gd name="connsiteY58" fmla="*/ 1208315 h 1469572"/>
                <a:gd name="connsiteX59" fmla="*/ 6879771 w 9437914"/>
                <a:gd name="connsiteY59" fmla="*/ 1197429 h 1469572"/>
                <a:gd name="connsiteX60" fmla="*/ 6955971 w 9437914"/>
                <a:gd name="connsiteY60" fmla="*/ 1186543 h 1469572"/>
                <a:gd name="connsiteX61" fmla="*/ 7064829 w 9437914"/>
                <a:gd name="connsiteY61" fmla="*/ 1164772 h 1469572"/>
                <a:gd name="connsiteX62" fmla="*/ 7130143 w 9437914"/>
                <a:gd name="connsiteY62" fmla="*/ 1153886 h 1469572"/>
                <a:gd name="connsiteX63" fmla="*/ 7162800 w 9437914"/>
                <a:gd name="connsiteY63" fmla="*/ 1143000 h 1469572"/>
                <a:gd name="connsiteX64" fmla="*/ 7206343 w 9437914"/>
                <a:gd name="connsiteY64" fmla="*/ 1132115 h 1469572"/>
                <a:gd name="connsiteX65" fmla="*/ 7260771 w 9437914"/>
                <a:gd name="connsiteY65" fmla="*/ 1121229 h 1469572"/>
                <a:gd name="connsiteX66" fmla="*/ 7326086 w 9437914"/>
                <a:gd name="connsiteY66" fmla="*/ 1099457 h 1469572"/>
                <a:gd name="connsiteX67" fmla="*/ 7391400 w 9437914"/>
                <a:gd name="connsiteY67" fmla="*/ 1077686 h 1469572"/>
                <a:gd name="connsiteX68" fmla="*/ 7424057 w 9437914"/>
                <a:gd name="connsiteY68" fmla="*/ 1066800 h 1469572"/>
                <a:gd name="connsiteX69" fmla="*/ 7489371 w 9437914"/>
                <a:gd name="connsiteY69" fmla="*/ 1034143 h 1469572"/>
                <a:gd name="connsiteX70" fmla="*/ 7543800 w 9437914"/>
                <a:gd name="connsiteY70" fmla="*/ 990600 h 1469572"/>
                <a:gd name="connsiteX71" fmla="*/ 7609114 w 9437914"/>
                <a:gd name="connsiteY71" fmla="*/ 947057 h 1469572"/>
                <a:gd name="connsiteX72" fmla="*/ 7663543 w 9437914"/>
                <a:gd name="connsiteY72" fmla="*/ 903515 h 1469572"/>
                <a:gd name="connsiteX73" fmla="*/ 7696200 w 9437914"/>
                <a:gd name="connsiteY73" fmla="*/ 892629 h 1469572"/>
                <a:gd name="connsiteX74" fmla="*/ 7707086 w 9437914"/>
                <a:gd name="connsiteY74" fmla="*/ 859972 h 1469572"/>
                <a:gd name="connsiteX75" fmla="*/ 7772400 w 9437914"/>
                <a:gd name="connsiteY75" fmla="*/ 816429 h 1469572"/>
                <a:gd name="connsiteX76" fmla="*/ 7815943 w 9437914"/>
                <a:gd name="connsiteY76" fmla="*/ 772886 h 1469572"/>
                <a:gd name="connsiteX77" fmla="*/ 7870371 w 9437914"/>
                <a:gd name="connsiteY77" fmla="*/ 718457 h 1469572"/>
                <a:gd name="connsiteX78" fmla="*/ 7892143 w 9437914"/>
                <a:gd name="connsiteY78" fmla="*/ 696686 h 1469572"/>
                <a:gd name="connsiteX79" fmla="*/ 7924800 w 9437914"/>
                <a:gd name="connsiteY79" fmla="*/ 642257 h 1469572"/>
                <a:gd name="connsiteX80" fmla="*/ 7935686 w 9437914"/>
                <a:gd name="connsiteY80" fmla="*/ 609600 h 1469572"/>
                <a:gd name="connsiteX81" fmla="*/ 7957457 w 9437914"/>
                <a:gd name="connsiteY81" fmla="*/ 576943 h 1469572"/>
                <a:gd name="connsiteX82" fmla="*/ 7979229 w 9437914"/>
                <a:gd name="connsiteY82" fmla="*/ 511629 h 1469572"/>
                <a:gd name="connsiteX83" fmla="*/ 7990114 w 9437914"/>
                <a:gd name="connsiteY83" fmla="*/ 478972 h 1469572"/>
                <a:gd name="connsiteX84" fmla="*/ 8011886 w 9437914"/>
                <a:gd name="connsiteY84" fmla="*/ 446315 h 1469572"/>
                <a:gd name="connsiteX85" fmla="*/ 8055429 w 9437914"/>
                <a:gd name="connsiteY85" fmla="*/ 315686 h 1469572"/>
                <a:gd name="connsiteX86" fmla="*/ 8077200 w 9437914"/>
                <a:gd name="connsiteY86" fmla="*/ 250372 h 1469572"/>
                <a:gd name="connsiteX87" fmla="*/ 8120743 w 9437914"/>
                <a:gd name="connsiteY87" fmla="*/ 185057 h 1469572"/>
                <a:gd name="connsiteX88" fmla="*/ 8186057 w 9437914"/>
                <a:gd name="connsiteY88" fmla="*/ 108857 h 1469572"/>
                <a:gd name="connsiteX89" fmla="*/ 8251371 w 9437914"/>
                <a:gd name="connsiteY89" fmla="*/ 76200 h 1469572"/>
                <a:gd name="connsiteX90" fmla="*/ 8284029 w 9437914"/>
                <a:gd name="connsiteY90" fmla="*/ 54429 h 1469572"/>
                <a:gd name="connsiteX91" fmla="*/ 8305800 w 9437914"/>
                <a:gd name="connsiteY91" fmla="*/ 32657 h 1469572"/>
                <a:gd name="connsiteX92" fmla="*/ 8371114 w 9437914"/>
                <a:gd name="connsiteY92" fmla="*/ 21772 h 1469572"/>
                <a:gd name="connsiteX93" fmla="*/ 8490857 w 9437914"/>
                <a:gd name="connsiteY93" fmla="*/ 0 h 1469572"/>
                <a:gd name="connsiteX94" fmla="*/ 8610600 w 9437914"/>
                <a:gd name="connsiteY94" fmla="*/ 10886 h 1469572"/>
                <a:gd name="connsiteX95" fmla="*/ 8708571 w 9437914"/>
                <a:gd name="connsiteY95" fmla="*/ 43543 h 1469572"/>
                <a:gd name="connsiteX96" fmla="*/ 8773886 w 9437914"/>
                <a:gd name="connsiteY96" fmla="*/ 65315 h 1469572"/>
                <a:gd name="connsiteX97" fmla="*/ 8806543 w 9437914"/>
                <a:gd name="connsiteY97" fmla="*/ 76200 h 1469572"/>
                <a:gd name="connsiteX98" fmla="*/ 8850086 w 9437914"/>
                <a:gd name="connsiteY98" fmla="*/ 119743 h 1469572"/>
                <a:gd name="connsiteX99" fmla="*/ 8882743 w 9437914"/>
                <a:gd name="connsiteY99" fmla="*/ 174172 h 1469572"/>
                <a:gd name="connsiteX100" fmla="*/ 8969829 w 9437914"/>
                <a:gd name="connsiteY100" fmla="*/ 435429 h 1469572"/>
                <a:gd name="connsiteX101" fmla="*/ 8991600 w 9437914"/>
                <a:gd name="connsiteY101" fmla="*/ 500743 h 1469572"/>
                <a:gd name="connsiteX102" fmla="*/ 9002486 w 9437914"/>
                <a:gd name="connsiteY102" fmla="*/ 533400 h 1469572"/>
                <a:gd name="connsiteX103" fmla="*/ 9046029 w 9437914"/>
                <a:gd name="connsiteY103" fmla="*/ 587829 h 1469572"/>
                <a:gd name="connsiteX104" fmla="*/ 9056914 w 9437914"/>
                <a:gd name="connsiteY104" fmla="*/ 620486 h 1469572"/>
                <a:gd name="connsiteX105" fmla="*/ 9100457 w 9437914"/>
                <a:gd name="connsiteY105" fmla="*/ 664029 h 1469572"/>
                <a:gd name="connsiteX106" fmla="*/ 9144000 w 9437914"/>
                <a:gd name="connsiteY106" fmla="*/ 729343 h 1469572"/>
                <a:gd name="connsiteX107" fmla="*/ 9165771 w 9437914"/>
                <a:gd name="connsiteY107" fmla="*/ 762000 h 1469572"/>
                <a:gd name="connsiteX108" fmla="*/ 9252857 w 9437914"/>
                <a:gd name="connsiteY108" fmla="*/ 838200 h 1469572"/>
                <a:gd name="connsiteX109" fmla="*/ 9307286 w 9437914"/>
                <a:gd name="connsiteY109" fmla="*/ 870857 h 1469572"/>
                <a:gd name="connsiteX110" fmla="*/ 9394371 w 9437914"/>
                <a:gd name="connsiteY110" fmla="*/ 914400 h 1469572"/>
                <a:gd name="connsiteX111" fmla="*/ 9437914 w 9437914"/>
                <a:gd name="connsiteY111" fmla="*/ 925286 h 1469572"/>
                <a:gd name="connsiteX0" fmla="*/ 76200 w 9437914"/>
                <a:gd name="connsiteY0" fmla="*/ 10886 h 1469572"/>
                <a:gd name="connsiteX1" fmla="*/ 54429 w 9437914"/>
                <a:gd name="connsiteY1" fmla="*/ 152400 h 1469572"/>
                <a:gd name="connsiteX2" fmla="*/ 43543 w 9437914"/>
                <a:gd name="connsiteY2" fmla="*/ 217715 h 1469572"/>
                <a:gd name="connsiteX3" fmla="*/ 32657 w 9437914"/>
                <a:gd name="connsiteY3" fmla="*/ 250372 h 1469572"/>
                <a:gd name="connsiteX4" fmla="*/ 21771 w 9437914"/>
                <a:gd name="connsiteY4" fmla="*/ 304800 h 1469572"/>
                <a:gd name="connsiteX5" fmla="*/ 0 w 9437914"/>
                <a:gd name="connsiteY5" fmla="*/ 370115 h 1469572"/>
                <a:gd name="connsiteX6" fmla="*/ 10886 w 9437914"/>
                <a:gd name="connsiteY6" fmla="*/ 500743 h 1469572"/>
                <a:gd name="connsiteX7" fmla="*/ 21771 w 9437914"/>
                <a:gd name="connsiteY7" fmla="*/ 555172 h 1469572"/>
                <a:gd name="connsiteX8" fmla="*/ 32657 w 9437914"/>
                <a:gd name="connsiteY8" fmla="*/ 631372 h 1469572"/>
                <a:gd name="connsiteX9" fmla="*/ 76200 w 9437914"/>
                <a:gd name="connsiteY9" fmla="*/ 827315 h 1469572"/>
                <a:gd name="connsiteX10" fmla="*/ 87086 w 9437914"/>
                <a:gd name="connsiteY10" fmla="*/ 859972 h 1469572"/>
                <a:gd name="connsiteX11" fmla="*/ 119743 w 9437914"/>
                <a:gd name="connsiteY11" fmla="*/ 881743 h 1469572"/>
                <a:gd name="connsiteX12" fmla="*/ 174171 w 9437914"/>
                <a:gd name="connsiteY12" fmla="*/ 925286 h 1469572"/>
                <a:gd name="connsiteX13" fmla="*/ 217714 w 9437914"/>
                <a:gd name="connsiteY13" fmla="*/ 936172 h 1469572"/>
                <a:gd name="connsiteX14" fmla="*/ 250371 w 9437914"/>
                <a:gd name="connsiteY14" fmla="*/ 957943 h 1469572"/>
                <a:gd name="connsiteX15" fmla="*/ 283029 w 9437914"/>
                <a:gd name="connsiteY15" fmla="*/ 968829 h 1469572"/>
                <a:gd name="connsiteX16" fmla="*/ 391886 w 9437914"/>
                <a:gd name="connsiteY16" fmla="*/ 990600 h 1469572"/>
                <a:gd name="connsiteX17" fmla="*/ 522514 w 9437914"/>
                <a:gd name="connsiteY17" fmla="*/ 1012372 h 1469572"/>
                <a:gd name="connsiteX18" fmla="*/ 620486 w 9437914"/>
                <a:gd name="connsiteY18" fmla="*/ 1023257 h 1469572"/>
                <a:gd name="connsiteX19" fmla="*/ 772886 w 9437914"/>
                <a:gd name="connsiteY19" fmla="*/ 1045029 h 1469572"/>
                <a:gd name="connsiteX20" fmla="*/ 1132114 w 9437914"/>
                <a:gd name="connsiteY20" fmla="*/ 1066800 h 1469572"/>
                <a:gd name="connsiteX21" fmla="*/ 1317171 w 9437914"/>
                <a:gd name="connsiteY21" fmla="*/ 1077686 h 1469572"/>
                <a:gd name="connsiteX22" fmla="*/ 1469571 w 9437914"/>
                <a:gd name="connsiteY22" fmla="*/ 1088572 h 1469572"/>
                <a:gd name="connsiteX23" fmla="*/ 1545771 w 9437914"/>
                <a:gd name="connsiteY23" fmla="*/ 1099457 h 1469572"/>
                <a:gd name="connsiteX24" fmla="*/ 1654629 w 9437914"/>
                <a:gd name="connsiteY24" fmla="*/ 1121229 h 1469572"/>
                <a:gd name="connsiteX25" fmla="*/ 1676400 w 9437914"/>
                <a:gd name="connsiteY25" fmla="*/ 1153886 h 1469572"/>
                <a:gd name="connsiteX26" fmla="*/ 1774371 w 9437914"/>
                <a:gd name="connsiteY26" fmla="*/ 1208315 h 1469572"/>
                <a:gd name="connsiteX27" fmla="*/ 1872343 w 9437914"/>
                <a:gd name="connsiteY27" fmla="*/ 1219200 h 1469572"/>
                <a:gd name="connsiteX28" fmla="*/ 1959429 w 9437914"/>
                <a:gd name="connsiteY28" fmla="*/ 1230086 h 1469572"/>
                <a:gd name="connsiteX29" fmla="*/ 2307771 w 9437914"/>
                <a:gd name="connsiteY29" fmla="*/ 1240972 h 1469572"/>
                <a:gd name="connsiteX30" fmla="*/ 2427514 w 9437914"/>
                <a:gd name="connsiteY30" fmla="*/ 1251857 h 1469572"/>
                <a:gd name="connsiteX31" fmla="*/ 2721429 w 9437914"/>
                <a:gd name="connsiteY31" fmla="*/ 1273629 h 1469572"/>
                <a:gd name="connsiteX32" fmla="*/ 2797629 w 9437914"/>
                <a:gd name="connsiteY32" fmla="*/ 1295400 h 1469572"/>
                <a:gd name="connsiteX33" fmla="*/ 2895600 w 9437914"/>
                <a:gd name="connsiteY33" fmla="*/ 1317172 h 1469572"/>
                <a:gd name="connsiteX34" fmla="*/ 2939143 w 9437914"/>
                <a:gd name="connsiteY34" fmla="*/ 1328057 h 1469572"/>
                <a:gd name="connsiteX35" fmla="*/ 3004457 w 9437914"/>
                <a:gd name="connsiteY35" fmla="*/ 1338943 h 1469572"/>
                <a:gd name="connsiteX36" fmla="*/ 3058886 w 9437914"/>
                <a:gd name="connsiteY36" fmla="*/ 1349829 h 1469572"/>
                <a:gd name="connsiteX37" fmla="*/ 3189514 w 9437914"/>
                <a:gd name="connsiteY37" fmla="*/ 1371600 h 1469572"/>
                <a:gd name="connsiteX38" fmla="*/ 3276600 w 9437914"/>
                <a:gd name="connsiteY38" fmla="*/ 1393372 h 1469572"/>
                <a:gd name="connsiteX39" fmla="*/ 3309257 w 9437914"/>
                <a:gd name="connsiteY39" fmla="*/ 1404257 h 1469572"/>
                <a:gd name="connsiteX40" fmla="*/ 3374571 w 9437914"/>
                <a:gd name="connsiteY40" fmla="*/ 1415143 h 1469572"/>
                <a:gd name="connsiteX41" fmla="*/ 3472543 w 9437914"/>
                <a:gd name="connsiteY41" fmla="*/ 1436915 h 1469572"/>
                <a:gd name="connsiteX42" fmla="*/ 3624943 w 9437914"/>
                <a:gd name="connsiteY42" fmla="*/ 1447800 h 1469572"/>
                <a:gd name="connsiteX43" fmla="*/ 4114800 w 9437914"/>
                <a:gd name="connsiteY43" fmla="*/ 1469572 h 1469572"/>
                <a:gd name="connsiteX44" fmla="*/ 4724400 w 9437914"/>
                <a:gd name="connsiteY44" fmla="*/ 1458686 h 1469572"/>
                <a:gd name="connsiteX45" fmla="*/ 4778829 w 9437914"/>
                <a:gd name="connsiteY45" fmla="*/ 1447800 h 1469572"/>
                <a:gd name="connsiteX46" fmla="*/ 5029200 w 9437914"/>
                <a:gd name="connsiteY46" fmla="*/ 1415143 h 1469572"/>
                <a:gd name="connsiteX47" fmla="*/ 5116286 w 9437914"/>
                <a:gd name="connsiteY47" fmla="*/ 1404257 h 1469572"/>
                <a:gd name="connsiteX48" fmla="*/ 5606143 w 9437914"/>
                <a:gd name="connsiteY48" fmla="*/ 1382486 h 1469572"/>
                <a:gd name="connsiteX49" fmla="*/ 5595257 w 9437914"/>
                <a:gd name="connsiteY49" fmla="*/ 1349829 h 1469572"/>
                <a:gd name="connsiteX50" fmla="*/ 5562600 w 9437914"/>
                <a:gd name="connsiteY50" fmla="*/ 1328057 h 1469572"/>
                <a:gd name="connsiteX51" fmla="*/ 6019800 w 9437914"/>
                <a:gd name="connsiteY51" fmla="*/ 1295400 h 1469572"/>
                <a:gd name="connsiteX52" fmla="*/ 6368143 w 9437914"/>
                <a:gd name="connsiteY52" fmla="*/ 1273629 h 1469572"/>
                <a:gd name="connsiteX53" fmla="*/ 6455229 w 9437914"/>
                <a:gd name="connsiteY53" fmla="*/ 1262743 h 1469572"/>
                <a:gd name="connsiteX54" fmla="*/ 6520543 w 9437914"/>
                <a:gd name="connsiteY54" fmla="*/ 1251857 h 1469572"/>
                <a:gd name="connsiteX55" fmla="*/ 6596743 w 9437914"/>
                <a:gd name="connsiteY55" fmla="*/ 1240972 h 1469572"/>
                <a:gd name="connsiteX56" fmla="*/ 6629400 w 9437914"/>
                <a:gd name="connsiteY56" fmla="*/ 1230086 h 1469572"/>
                <a:gd name="connsiteX57" fmla="*/ 6814457 w 9437914"/>
                <a:gd name="connsiteY57" fmla="*/ 1208315 h 1469572"/>
                <a:gd name="connsiteX58" fmla="*/ 6879771 w 9437914"/>
                <a:gd name="connsiteY58" fmla="*/ 1197429 h 1469572"/>
                <a:gd name="connsiteX59" fmla="*/ 6955971 w 9437914"/>
                <a:gd name="connsiteY59" fmla="*/ 1186543 h 1469572"/>
                <a:gd name="connsiteX60" fmla="*/ 7064829 w 9437914"/>
                <a:gd name="connsiteY60" fmla="*/ 1164772 h 1469572"/>
                <a:gd name="connsiteX61" fmla="*/ 7130143 w 9437914"/>
                <a:gd name="connsiteY61" fmla="*/ 1153886 h 1469572"/>
                <a:gd name="connsiteX62" fmla="*/ 7162800 w 9437914"/>
                <a:gd name="connsiteY62" fmla="*/ 1143000 h 1469572"/>
                <a:gd name="connsiteX63" fmla="*/ 7206343 w 9437914"/>
                <a:gd name="connsiteY63" fmla="*/ 1132115 h 1469572"/>
                <a:gd name="connsiteX64" fmla="*/ 7260771 w 9437914"/>
                <a:gd name="connsiteY64" fmla="*/ 1121229 h 1469572"/>
                <a:gd name="connsiteX65" fmla="*/ 7326086 w 9437914"/>
                <a:gd name="connsiteY65" fmla="*/ 1099457 h 1469572"/>
                <a:gd name="connsiteX66" fmla="*/ 7391400 w 9437914"/>
                <a:gd name="connsiteY66" fmla="*/ 1077686 h 1469572"/>
                <a:gd name="connsiteX67" fmla="*/ 7424057 w 9437914"/>
                <a:gd name="connsiteY67" fmla="*/ 1066800 h 1469572"/>
                <a:gd name="connsiteX68" fmla="*/ 7489371 w 9437914"/>
                <a:gd name="connsiteY68" fmla="*/ 1034143 h 1469572"/>
                <a:gd name="connsiteX69" fmla="*/ 7543800 w 9437914"/>
                <a:gd name="connsiteY69" fmla="*/ 990600 h 1469572"/>
                <a:gd name="connsiteX70" fmla="*/ 7609114 w 9437914"/>
                <a:gd name="connsiteY70" fmla="*/ 947057 h 1469572"/>
                <a:gd name="connsiteX71" fmla="*/ 7663543 w 9437914"/>
                <a:gd name="connsiteY71" fmla="*/ 903515 h 1469572"/>
                <a:gd name="connsiteX72" fmla="*/ 7696200 w 9437914"/>
                <a:gd name="connsiteY72" fmla="*/ 892629 h 1469572"/>
                <a:gd name="connsiteX73" fmla="*/ 7707086 w 9437914"/>
                <a:gd name="connsiteY73" fmla="*/ 859972 h 1469572"/>
                <a:gd name="connsiteX74" fmla="*/ 7772400 w 9437914"/>
                <a:gd name="connsiteY74" fmla="*/ 816429 h 1469572"/>
                <a:gd name="connsiteX75" fmla="*/ 7815943 w 9437914"/>
                <a:gd name="connsiteY75" fmla="*/ 772886 h 1469572"/>
                <a:gd name="connsiteX76" fmla="*/ 7870371 w 9437914"/>
                <a:gd name="connsiteY76" fmla="*/ 718457 h 1469572"/>
                <a:gd name="connsiteX77" fmla="*/ 7892143 w 9437914"/>
                <a:gd name="connsiteY77" fmla="*/ 696686 h 1469572"/>
                <a:gd name="connsiteX78" fmla="*/ 7924800 w 9437914"/>
                <a:gd name="connsiteY78" fmla="*/ 642257 h 1469572"/>
                <a:gd name="connsiteX79" fmla="*/ 7935686 w 9437914"/>
                <a:gd name="connsiteY79" fmla="*/ 609600 h 1469572"/>
                <a:gd name="connsiteX80" fmla="*/ 7957457 w 9437914"/>
                <a:gd name="connsiteY80" fmla="*/ 576943 h 1469572"/>
                <a:gd name="connsiteX81" fmla="*/ 7979229 w 9437914"/>
                <a:gd name="connsiteY81" fmla="*/ 511629 h 1469572"/>
                <a:gd name="connsiteX82" fmla="*/ 7990114 w 9437914"/>
                <a:gd name="connsiteY82" fmla="*/ 478972 h 1469572"/>
                <a:gd name="connsiteX83" fmla="*/ 8011886 w 9437914"/>
                <a:gd name="connsiteY83" fmla="*/ 446315 h 1469572"/>
                <a:gd name="connsiteX84" fmla="*/ 8055429 w 9437914"/>
                <a:gd name="connsiteY84" fmla="*/ 315686 h 1469572"/>
                <a:gd name="connsiteX85" fmla="*/ 8077200 w 9437914"/>
                <a:gd name="connsiteY85" fmla="*/ 250372 h 1469572"/>
                <a:gd name="connsiteX86" fmla="*/ 8120743 w 9437914"/>
                <a:gd name="connsiteY86" fmla="*/ 185057 h 1469572"/>
                <a:gd name="connsiteX87" fmla="*/ 8186057 w 9437914"/>
                <a:gd name="connsiteY87" fmla="*/ 108857 h 1469572"/>
                <a:gd name="connsiteX88" fmla="*/ 8251371 w 9437914"/>
                <a:gd name="connsiteY88" fmla="*/ 76200 h 1469572"/>
                <a:gd name="connsiteX89" fmla="*/ 8284029 w 9437914"/>
                <a:gd name="connsiteY89" fmla="*/ 54429 h 1469572"/>
                <a:gd name="connsiteX90" fmla="*/ 8305800 w 9437914"/>
                <a:gd name="connsiteY90" fmla="*/ 32657 h 1469572"/>
                <a:gd name="connsiteX91" fmla="*/ 8371114 w 9437914"/>
                <a:gd name="connsiteY91" fmla="*/ 21772 h 1469572"/>
                <a:gd name="connsiteX92" fmla="*/ 8490857 w 9437914"/>
                <a:gd name="connsiteY92" fmla="*/ 0 h 1469572"/>
                <a:gd name="connsiteX93" fmla="*/ 8610600 w 9437914"/>
                <a:gd name="connsiteY93" fmla="*/ 10886 h 1469572"/>
                <a:gd name="connsiteX94" fmla="*/ 8708571 w 9437914"/>
                <a:gd name="connsiteY94" fmla="*/ 43543 h 1469572"/>
                <a:gd name="connsiteX95" fmla="*/ 8773886 w 9437914"/>
                <a:gd name="connsiteY95" fmla="*/ 65315 h 1469572"/>
                <a:gd name="connsiteX96" fmla="*/ 8806543 w 9437914"/>
                <a:gd name="connsiteY96" fmla="*/ 76200 h 1469572"/>
                <a:gd name="connsiteX97" fmla="*/ 8850086 w 9437914"/>
                <a:gd name="connsiteY97" fmla="*/ 119743 h 1469572"/>
                <a:gd name="connsiteX98" fmla="*/ 8882743 w 9437914"/>
                <a:gd name="connsiteY98" fmla="*/ 174172 h 1469572"/>
                <a:gd name="connsiteX99" fmla="*/ 8969829 w 9437914"/>
                <a:gd name="connsiteY99" fmla="*/ 435429 h 1469572"/>
                <a:gd name="connsiteX100" fmla="*/ 8991600 w 9437914"/>
                <a:gd name="connsiteY100" fmla="*/ 500743 h 1469572"/>
                <a:gd name="connsiteX101" fmla="*/ 9002486 w 9437914"/>
                <a:gd name="connsiteY101" fmla="*/ 533400 h 1469572"/>
                <a:gd name="connsiteX102" fmla="*/ 9046029 w 9437914"/>
                <a:gd name="connsiteY102" fmla="*/ 587829 h 1469572"/>
                <a:gd name="connsiteX103" fmla="*/ 9056914 w 9437914"/>
                <a:gd name="connsiteY103" fmla="*/ 620486 h 1469572"/>
                <a:gd name="connsiteX104" fmla="*/ 9100457 w 9437914"/>
                <a:gd name="connsiteY104" fmla="*/ 664029 h 1469572"/>
                <a:gd name="connsiteX105" fmla="*/ 9144000 w 9437914"/>
                <a:gd name="connsiteY105" fmla="*/ 729343 h 1469572"/>
                <a:gd name="connsiteX106" fmla="*/ 9165771 w 9437914"/>
                <a:gd name="connsiteY106" fmla="*/ 762000 h 1469572"/>
                <a:gd name="connsiteX107" fmla="*/ 9252857 w 9437914"/>
                <a:gd name="connsiteY107" fmla="*/ 838200 h 1469572"/>
                <a:gd name="connsiteX108" fmla="*/ 9307286 w 9437914"/>
                <a:gd name="connsiteY108" fmla="*/ 870857 h 1469572"/>
                <a:gd name="connsiteX109" fmla="*/ 9394371 w 9437914"/>
                <a:gd name="connsiteY109" fmla="*/ 914400 h 1469572"/>
                <a:gd name="connsiteX110" fmla="*/ 9437914 w 9437914"/>
                <a:gd name="connsiteY110" fmla="*/ 925286 h 1469572"/>
                <a:gd name="connsiteX0" fmla="*/ 76200 w 9437914"/>
                <a:gd name="connsiteY0" fmla="*/ 10886 h 1469572"/>
                <a:gd name="connsiteX1" fmla="*/ 54429 w 9437914"/>
                <a:gd name="connsiteY1" fmla="*/ 152400 h 1469572"/>
                <a:gd name="connsiteX2" fmla="*/ 43543 w 9437914"/>
                <a:gd name="connsiteY2" fmla="*/ 217715 h 1469572"/>
                <a:gd name="connsiteX3" fmla="*/ 32657 w 9437914"/>
                <a:gd name="connsiteY3" fmla="*/ 250372 h 1469572"/>
                <a:gd name="connsiteX4" fmla="*/ 21771 w 9437914"/>
                <a:gd name="connsiteY4" fmla="*/ 304800 h 1469572"/>
                <a:gd name="connsiteX5" fmla="*/ 0 w 9437914"/>
                <a:gd name="connsiteY5" fmla="*/ 370115 h 1469572"/>
                <a:gd name="connsiteX6" fmla="*/ 10886 w 9437914"/>
                <a:gd name="connsiteY6" fmla="*/ 500743 h 1469572"/>
                <a:gd name="connsiteX7" fmla="*/ 21771 w 9437914"/>
                <a:gd name="connsiteY7" fmla="*/ 555172 h 1469572"/>
                <a:gd name="connsiteX8" fmla="*/ 32657 w 9437914"/>
                <a:gd name="connsiteY8" fmla="*/ 631372 h 1469572"/>
                <a:gd name="connsiteX9" fmla="*/ 76200 w 9437914"/>
                <a:gd name="connsiteY9" fmla="*/ 827315 h 1469572"/>
                <a:gd name="connsiteX10" fmla="*/ 87086 w 9437914"/>
                <a:gd name="connsiteY10" fmla="*/ 859972 h 1469572"/>
                <a:gd name="connsiteX11" fmla="*/ 119743 w 9437914"/>
                <a:gd name="connsiteY11" fmla="*/ 881743 h 1469572"/>
                <a:gd name="connsiteX12" fmla="*/ 174171 w 9437914"/>
                <a:gd name="connsiteY12" fmla="*/ 925286 h 1469572"/>
                <a:gd name="connsiteX13" fmla="*/ 217714 w 9437914"/>
                <a:gd name="connsiteY13" fmla="*/ 936172 h 1469572"/>
                <a:gd name="connsiteX14" fmla="*/ 250371 w 9437914"/>
                <a:gd name="connsiteY14" fmla="*/ 957943 h 1469572"/>
                <a:gd name="connsiteX15" fmla="*/ 283029 w 9437914"/>
                <a:gd name="connsiteY15" fmla="*/ 968829 h 1469572"/>
                <a:gd name="connsiteX16" fmla="*/ 391886 w 9437914"/>
                <a:gd name="connsiteY16" fmla="*/ 990600 h 1469572"/>
                <a:gd name="connsiteX17" fmla="*/ 522514 w 9437914"/>
                <a:gd name="connsiteY17" fmla="*/ 1012372 h 1469572"/>
                <a:gd name="connsiteX18" fmla="*/ 620486 w 9437914"/>
                <a:gd name="connsiteY18" fmla="*/ 1023257 h 1469572"/>
                <a:gd name="connsiteX19" fmla="*/ 772886 w 9437914"/>
                <a:gd name="connsiteY19" fmla="*/ 1045029 h 1469572"/>
                <a:gd name="connsiteX20" fmla="*/ 1132114 w 9437914"/>
                <a:gd name="connsiteY20" fmla="*/ 1066800 h 1469572"/>
                <a:gd name="connsiteX21" fmla="*/ 1317171 w 9437914"/>
                <a:gd name="connsiteY21" fmla="*/ 1077686 h 1469572"/>
                <a:gd name="connsiteX22" fmla="*/ 1469571 w 9437914"/>
                <a:gd name="connsiteY22" fmla="*/ 1088572 h 1469572"/>
                <a:gd name="connsiteX23" fmla="*/ 1545771 w 9437914"/>
                <a:gd name="connsiteY23" fmla="*/ 1099457 h 1469572"/>
                <a:gd name="connsiteX24" fmla="*/ 1654629 w 9437914"/>
                <a:gd name="connsiteY24" fmla="*/ 1121229 h 1469572"/>
                <a:gd name="connsiteX25" fmla="*/ 1676400 w 9437914"/>
                <a:gd name="connsiteY25" fmla="*/ 1153886 h 1469572"/>
                <a:gd name="connsiteX26" fmla="*/ 1774371 w 9437914"/>
                <a:gd name="connsiteY26" fmla="*/ 1208315 h 1469572"/>
                <a:gd name="connsiteX27" fmla="*/ 1872343 w 9437914"/>
                <a:gd name="connsiteY27" fmla="*/ 1219200 h 1469572"/>
                <a:gd name="connsiteX28" fmla="*/ 1959429 w 9437914"/>
                <a:gd name="connsiteY28" fmla="*/ 1230086 h 1469572"/>
                <a:gd name="connsiteX29" fmla="*/ 2307771 w 9437914"/>
                <a:gd name="connsiteY29" fmla="*/ 1240972 h 1469572"/>
                <a:gd name="connsiteX30" fmla="*/ 2427514 w 9437914"/>
                <a:gd name="connsiteY30" fmla="*/ 1251857 h 1469572"/>
                <a:gd name="connsiteX31" fmla="*/ 2721429 w 9437914"/>
                <a:gd name="connsiteY31" fmla="*/ 1273629 h 1469572"/>
                <a:gd name="connsiteX32" fmla="*/ 2797629 w 9437914"/>
                <a:gd name="connsiteY32" fmla="*/ 1295400 h 1469572"/>
                <a:gd name="connsiteX33" fmla="*/ 2895600 w 9437914"/>
                <a:gd name="connsiteY33" fmla="*/ 1317172 h 1469572"/>
                <a:gd name="connsiteX34" fmla="*/ 2939143 w 9437914"/>
                <a:gd name="connsiteY34" fmla="*/ 1328057 h 1469572"/>
                <a:gd name="connsiteX35" fmla="*/ 3004457 w 9437914"/>
                <a:gd name="connsiteY35" fmla="*/ 1338943 h 1469572"/>
                <a:gd name="connsiteX36" fmla="*/ 3058886 w 9437914"/>
                <a:gd name="connsiteY36" fmla="*/ 1349829 h 1469572"/>
                <a:gd name="connsiteX37" fmla="*/ 3189514 w 9437914"/>
                <a:gd name="connsiteY37" fmla="*/ 1371600 h 1469572"/>
                <a:gd name="connsiteX38" fmla="*/ 3276600 w 9437914"/>
                <a:gd name="connsiteY38" fmla="*/ 1393372 h 1469572"/>
                <a:gd name="connsiteX39" fmla="*/ 3309257 w 9437914"/>
                <a:gd name="connsiteY39" fmla="*/ 1404257 h 1469572"/>
                <a:gd name="connsiteX40" fmla="*/ 3374571 w 9437914"/>
                <a:gd name="connsiteY40" fmla="*/ 1415143 h 1469572"/>
                <a:gd name="connsiteX41" fmla="*/ 3472543 w 9437914"/>
                <a:gd name="connsiteY41" fmla="*/ 1436915 h 1469572"/>
                <a:gd name="connsiteX42" fmla="*/ 3624943 w 9437914"/>
                <a:gd name="connsiteY42" fmla="*/ 1447800 h 1469572"/>
                <a:gd name="connsiteX43" fmla="*/ 4114800 w 9437914"/>
                <a:gd name="connsiteY43" fmla="*/ 1469572 h 1469572"/>
                <a:gd name="connsiteX44" fmla="*/ 4724400 w 9437914"/>
                <a:gd name="connsiteY44" fmla="*/ 1458686 h 1469572"/>
                <a:gd name="connsiteX45" fmla="*/ 4778829 w 9437914"/>
                <a:gd name="connsiteY45" fmla="*/ 1447800 h 1469572"/>
                <a:gd name="connsiteX46" fmla="*/ 5029200 w 9437914"/>
                <a:gd name="connsiteY46" fmla="*/ 1415143 h 1469572"/>
                <a:gd name="connsiteX47" fmla="*/ 5116286 w 9437914"/>
                <a:gd name="connsiteY47" fmla="*/ 1404257 h 1469572"/>
                <a:gd name="connsiteX48" fmla="*/ 5606143 w 9437914"/>
                <a:gd name="connsiteY48" fmla="*/ 1382486 h 1469572"/>
                <a:gd name="connsiteX49" fmla="*/ 5595257 w 9437914"/>
                <a:gd name="connsiteY49" fmla="*/ 1349829 h 1469572"/>
                <a:gd name="connsiteX50" fmla="*/ 6019800 w 9437914"/>
                <a:gd name="connsiteY50" fmla="*/ 1295400 h 1469572"/>
                <a:gd name="connsiteX51" fmla="*/ 6368143 w 9437914"/>
                <a:gd name="connsiteY51" fmla="*/ 1273629 h 1469572"/>
                <a:gd name="connsiteX52" fmla="*/ 6455229 w 9437914"/>
                <a:gd name="connsiteY52" fmla="*/ 1262743 h 1469572"/>
                <a:gd name="connsiteX53" fmla="*/ 6520543 w 9437914"/>
                <a:gd name="connsiteY53" fmla="*/ 1251857 h 1469572"/>
                <a:gd name="connsiteX54" fmla="*/ 6596743 w 9437914"/>
                <a:gd name="connsiteY54" fmla="*/ 1240972 h 1469572"/>
                <a:gd name="connsiteX55" fmla="*/ 6629400 w 9437914"/>
                <a:gd name="connsiteY55" fmla="*/ 1230086 h 1469572"/>
                <a:gd name="connsiteX56" fmla="*/ 6814457 w 9437914"/>
                <a:gd name="connsiteY56" fmla="*/ 1208315 h 1469572"/>
                <a:gd name="connsiteX57" fmla="*/ 6879771 w 9437914"/>
                <a:gd name="connsiteY57" fmla="*/ 1197429 h 1469572"/>
                <a:gd name="connsiteX58" fmla="*/ 6955971 w 9437914"/>
                <a:gd name="connsiteY58" fmla="*/ 1186543 h 1469572"/>
                <a:gd name="connsiteX59" fmla="*/ 7064829 w 9437914"/>
                <a:gd name="connsiteY59" fmla="*/ 1164772 h 1469572"/>
                <a:gd name="connsiteX60" fmla="*/ 7130143 w 9437914"/>
                <a:gd name="connsiteY60" fmla="*/ 1153886 h 1469572"/>
                <a:gd name="connsiteX61" fmla="*/ 7162800 w 9437914"/>
                <a:gd name="connsiteY61" fmla="*/ 1143000 h 1469572"/>
                <a:gd name="connsiteX62" fmla="*/ 7206343 w 9437914"/>
                <a:gd name="connsiteY62" fmla="*/ 1132115 h 1469572"/>
                <a:gd name="connsiteX63" fmla="*/ 7260771 w 9437914"/>
                <a:gd name="connsiteY63" fmla="*/ 1121229 h 1469572"/>
                <a:gd name="connsiteX64" fmla="*/ 7326086 w 9437914"/>
                <a:gd name="connsiteY64" fmla="*/ 1099457 h 1469572"/>
                <a:gd name="connsiteX65" fmla="*/ 7391400 w 9437914"/>
                <a:gd name="connsiteY65" fmla="*/ 1077686 h 1469572"/>
                <a:gd name="connsiteX66" fmla="*/ 7424057 w 9437914"/>
                <a:gd name="connsiteY66" fmla="*/ 1066800 h 1469572"/>
                <a:gd name="connsiteX67" fmla="*/ 7489371 w 9437914"/>
                <a:gd name="connsiteY67" fmla="*/ 1034143 h 1469572"/>
                <a:gd name="connsiteX68" fmla="*/ 7543800 w 9437914"/>
                <a:gd name="connsiteY68" fmla="*/ 990600 h 1469572"/>
                <a:gd name="connsiteX69" fmla="*/ 7609114 w 9437914"/>
                <a:gd name="connsiteY69" fmla="*/ 947057 h 1469572"/>
                <a:gd name="connsiteX70" fmla="*/ 7663543 w 9437914"/>
                <a:gd name="connsiteY70" fmla="*/ 903515 h 1469572"/>
                <a:gd name="connsiteX71" fmla="*/ 7696200 w 9437914"/>
                <a:gd name="connsiteY71" fmla="*/ 892629 h 1469572"/>
                <a:gd name="connsiteX72" fmla="*/ 7707086 w 9437914"/>
                <a:gd name="connsiteY72" fmla="*/ 859972 h 1469572"/>
                <a:gd name="connsiteX73" fmla="*/ 7772400 w 9437914"/>
                <a:gd name="connsiteY73" fmla="*/ 816429 h 1469572"/>
                <a:gd name="connsiteX74" fmla="*/ 7815943 w 9437914"/>
                <a:gd name="connsiteY74" fmla="*/ 772886 h 1469572"/>
                <a:gd name="connsiteX75" fmla="*/ 7870371 w 9437914"/>
                <a:gd name="connsiteY75" fmla="*/ 718457 h 1469572"/>
                <a:gd name="connsiteX76" fmla="*/ 7892143 w 9437914"/>
                <a:gd name="connsiteY76" fmla="*/ 696686 h 1469572"/>
                <a:gd name="connsiteX77" fmla="*/ 7924800 w 9437914"/>
                <a:gd name="connsiteY77" fmla="*/ 642257 h 1469572"/>
                <a:gd name="connsiteX78" fmla="*/ 7935686 w 9437914"/>
                <a:gd name="connsiteY78" fmla="*/ 609600 h 1469572"/>
                <a:gd name="connsiteX79" fmla="*/ 7957457 w 9437914"/>
                <a:gd name="connsiteY79" fmla="*/ 576943 h 1469572"/>
                <a:gd name="connsiteX80" fmla="*/ 7979229 w 9437914"/>
                <a:gd name="connsiteY80" fmla="*/ 511629 h 1469572"/>
                <a:gd name="connsiteX81" fmla="*/ 7990114 w 9437914"/>
                <a:gd name="connsiteY81" fmla="*/ 478972 h 1469572"/>
                <a:gd name="connsiteX82" fmla="*/ 8011886 w 9437914"/>
                <a:gd name="connsiteY82" fmla="*/ 446315 h 1469572"/>
                <a:gd name="connsiteX83" fmla="*/ 8055429 w 9437914"/>
                <a:gd name="connsiteY83" fmla="*/ 315686 h 1469572"/>
                <a:gd name="connsiteX84" fmla="*/ 8077200 w 9437914"/>
                <a:gd name="connsiteY84" fmla="*/ 250372 h 1469572"/>
                <a:gd name="connsiteX85" fmla="*/ 8120743 w 9437914"/>
                <a:gd name="connsiteY85" fmla="*/ 185057 h 1469572"/>
                <a:gd name="connsiteX86" fmla="*/ 8186057 w 9437914"/>
                <a:gd name="connsiteY86" fmla="*/ 108857 h 1469572"/>
                <a:gd name="connsiteX87" fmla="*/ 8251371 w 9437914"/>
                <a:gd name="connsiteY87" fmla="*/ 76200 h 1469572"/>
                <a:gd name="connsiteX88" fmla="*/ 8284029 w 9437914"/>
                <a:gd name="connsiteY88" fmla="*/ 54429 h 1469572"/>
                <a:gd name="connsiteX89" fmla="*/ 8305800 w 9437914"/>
                <a:gd name="connsiteY89" fmla="*/ 32657 h 1469572"/>
                <a:gd name="connsiteX90" fmla="*/ 8371114 w 9437914"/>
                <a:gd name="connsiteY90" fmla="*/ 21772 h 1469572"/>
                <a:gd name="connsiteX91" fmla="*/ 8490857 w 9437914"/>
                <a:gd name="connsiteY91" fmla="*/ 0 h 1469572"/>
                <a:gd name="connsiteX92" fmla="*/ 8610600 w 9437914"/>
                <a:gd name="connsiteY92" fmla="*/ 10886 h 1469572"/>
                <a:gd name="connsiteX93" fmla="*/ 8708571 w 9437914"/>
                <a:gd name="connsiteY93" fmla="*/ 43543 h 1469572"/>
                <a:gd name="connsiteX94" fmla="*/ 8773886 w 9437914"/>
                <a:gd name="connsiteY94" fmla="*/ 65315 h 1469572"/>
                <a:gd name="connsiteX95" fmla="*/ 8806543 w 9437914"/>
                <a:gd name="connsiteY95" fmla="*/ 76200 h 1469572"/>
                <a:gd name="connsiteX96" fmla="*/ 8850086 w 9437914"/>
                <a:gd name="connsiteY96" fmla="*/ 119743 h 1469572"/>
                <a:gd name="connsiteX97" fmla="*/ 8882743 w 9437914"/>
                <a:gd name="connsiteY97" fmla="*/ 174172 h 1469572"/>
                <a:gd name="connsiteX98" fmla="*/ 8969829 w 9437914"/>
                <a:gd name="connsiteY98" fmla="*/ 435429 h 1469572"/>
                <a:gd name="connsiteX99" fmla="*/ 8991600 w 9437914"/>
                <a:gd name="connsiteY99" fmla="*/ 500743 h 1469572"/>
                <a:gd name="connsiteX100" fmla="*/ 9002486 w 9437914"/>
                <a:gd name="connsiteY100" fmla="*/ 533400 h 1469572"/>
                <a:gd name="connsiteX101" fmla="*/ 9046029 w 9437914"/>
                <a:gd name="connsiteY101" fmla="*/ 587829 h 1469572"/>
                <a:gd name="connsiteX102" fmla="*/ 9056914 w 9437914"/>
                <a:gd name="connsiteY102" fmla="*/ 620486 h 1469572"/>
                <a:gd name="connsiteX103" fmla="*/ 9100457 w 9437914"/>
                <a:gd name="connsiteY103" fmla="*/ 664029 h 1469572"/>
                <a:gd name="connsiteX104" fmla="*/ 9144000 w 9437914"/>
                <a:gd name="connsiteY104" fmla="*/ 729343 h 1469572"/>
                <a:gd name="connsiteX105" fmla="*/ 9165771 w 9437914"/>
                <a:gd name="connsiteY105" fmla="*/ 762000 h 1469572"/>
                <a:gd name="connsiteX106" fmla="*/ 9252857 w 9437914"/>
                <a:gd name="connsiteY106" fmla="*/ 838200 h 1469572"/>
                <a:gd name="connsiteX107" fmla="*/ 9307286 w 9437914"/>
                <a:gd name="connsiteY107" fmla="*/ 870857 h 1469572"/>
                <a:gd name="connsiteX108" fmla="*/ 9394371 w 9437914"/>
                <a:gd name="connsiteY108" fmla="*/ 914400 h 1469572"/>
                <a:gd name="connsiteX109" fmla="*/ 9437914 w 9437914"/>
                <a:gd name="connsiteY109" fmla="*/ 925286 h 1469572"/>
                <a:gd name="connsiteX0" fmla="*/ 76200 w 9437914"/>
                <a:gd name="connsiteY0" fmla="*/ 10886 h 1469572"/>
                <a:gd name="connsiteX1" fmla="*/ 54429 w 9437914"/>
                <a:gd name="connsiteY1" fmla="*/ 152400 h 1469572"/>
                <a:gd name="connsiteX2" fmla="*/ 43543 w 9437914"/>
                <a:gd name="connsiteY2" fmla="*/ 217715 h 1469572"/>
                <a:gd name="connsiteX3" fmla="*/ 32657 w 9437914"/>
                <a:gd name="connsiteY3" fmla="*/ 250372 h 1469572"/>
                <a:gd name="connsiteX4" fmla="*/ 21771 w 9437914"/>
                <a:gd name="connsiteY4" fmla="*/ 304800 h 1469572"/>
                <a:gd name="connsiteX5" fmla="*/ 0 w 9437914"/>
                <a:gd name="connsiteY5" fmla="*/ 370115 h 1469572"/>
                <a:gd name="connsiteX6" fmla="*/ 10886 w 9437914"/>
                <a:gd name="connsiteY6" fmla="*/ 500743 h 1469572"/>
                <a:gd name="connsiteX7" fmla="*/ 21771 w 9437914"/>
                <a:gd name="connsiteY7" fmla="*/ 555172 h 1469572"/>
                <a:gd name="connsiteX8" fmla="*/ 32657 w 9437914"/>
                <a:gd name="connsiteY8" fmla="*/ 631372 h 1469572"/>
                <a:gd name="connsiteX9" fmla="*/ 76200 w 9437914"/>
                <a:gd name="connsiteY9" fmla="*/ 827315 h 1469572"/>
                <a:gd name="connsiteX10" fmla="*/ 87086 w 9437914"/>
                <a:gd name="connsiteY10" fmla="*/ 859972 h 1469572"/>
                <a:gd name="connsiteX11" fmla="*/ 119743 w 9437914"/>
                <a:gd name="connsiteY11" fmla="*/ 881743 h 1469572"/>
                <a:gd name="connsiteX12" fmla="*/ 174171 w 9437914"/>
                <a:gd name="connsiteY12" fmla="*/ 925286 h 1469572"/>
                <a:gd name="connsiteX13" fmla="*/ 217714 w 9437914"/>
                <a:gd name="connsiteY13" fmla="*/ 936172 h 1469572"/>
                <a:gd name="connsiteX14" fmla="*/ 250371 w 9437914"/>
                <a:gd name="connsiteY14" fmla="*/ 957943 h 1469572"/>
                <a:gd name="connsiteX15" fmla="*/ 283029 w 9437914"/>
                <a:gd name="connsiteY15" fmla="*/ 968829 h 1469572"/>
                <a:gd name="connsiteX16" fmla="*/ 391886 w 9437914"/>
                <a:gd name="connsiteY16" fmla="*/ 990600 h 1469572"/>
                <a:gd name="connsiteX17" fmla="*/ 522514 w 9437914"/>
                <a:gd name="connsiteY17" fmla="*/ 1012372 h 1469572"/>
                <a:gd name="connsiteX18" fmla="*/ 620486 w 9437914"/>
                <a:gd name="connsiteY18" fmla="*/ 1023257 h 1469572"/>
                <a:gd name="connsiteX19" fmla="*/ 772886 w 9437914"/>
                <a:gd name="connsiteY19" fmla="*/ 1045029 h 1469572"/>
                <a:gd name="connsiteX20" fmla="*/ 1132114 w 9437914"/>
                <a:gd name="connsiteY20" fmla="*/ 1066800 h 1469572"/>
                <a:gd name="connsiteX21" fmla="*/ 1317171 w 9437914"/>
                <a:gd name="connsiteY21" fmla="*/ 1077686 h 1469572"/>
                <a:gd name="connsiteX22" fmla="*/ 1469571 w 9437914"/>
                <a:gd name="connsiteY22" fmla="*/ 1088572 h 1469572"/>
                <a:gd name="connsiteX23" fmla="*/ 1545771 w 9437914"/>
                <a:gd name="connsiteY23" fmla="*/ 1099457 h 1469572"/>
                <a:gd name="connsiteX24" fmla="*/ 1654629 w 9437914"/>
                <a:gd name="connsiteY24" fmla="*/ 1121229 h 1469572"/>
                <a:gd name="connsiteX25" fmla="*/ 1676400 w 9437914"/>
                <a:gd name="connsiteY25" fmla="*/ 1153886 h 1469572"/>
                <a:gd name="connsiteX26" fmla="*/ 1774371 w 9437914"/>
                <a:gd name="connsiteY26" fmla="*/ 1208315 h 1469572"/>
                <a:gd name="connsiteX27" fmla="*/ 1872343 w 9437914"/>
                <a:gd name="connsiteY27" fmla="*/ 1219200 h 1469572"/>
                <a:gd name="connsiteX28" fmla="*/ 1959429 w 9437914"/>
                <a:gd name="connsiteY28" fmla="*/ 1230086 h 1469572"/>
                <a:gd name="connsiteX29" fmla="*/ 2307771 w 9437914"/>
                <a:gd name="connsiteY29" fmla="*/ 1240972 h 1469572"/>
                <a:gd name="connsiteX30" fmla="*/ 2427514 w 9437914"/>
                <a:gd name="connsiteY30" fmla="*/ 1251857 h 1469572"/>
                <a:gd name="connsiteX31" fmla="*/ 2721429 w 9437914"/>
                <a:gd name="connsiteY31" fmla="*/ 1273629 h 1469572"/>
                <a:gd name="connsiteX32" fmla="*/ 2797629 w 9437914"/>
                <a:gd name="connsiteY32" fmla="*/ 1295400 h 1469572"/>
                <a:gd name="connsiteX33" fmla="*/ 2895600 w 9437914"/>
                <a:gd name="connsiteY33" fmla="*/ 1317172 h 1469572"/>
                <a:gd name="connsiteX34" fmla="*/ 2939143 w 9437914"/>
                <a:gd name="connsiteY34" fmla="*/ 1328057 h 1469572"/>
                <a:gd name="connsiteX35" fmla="*/ 3004457 w 9437914"/>
                <a:gd name="connsiteY35" fmla="*/ 1338943 h 1469572"/>
                <a:gd name="connsiteX36" fmla="*/ 3058886 w 9437914"/>
                <a:gd name="connsiteY36" fmla="*/ 1349829 h 1469572"/>
                <a:gd name="connsiteX37" fmla="*/ 3189514 w 9437914"/>
                <a:gd name="connsiteY37" fmla="*/ 1371600 h 1469572"/>
                <a:gd name="connsiteX38" fmla="*/ 3276600 w 9437914"/>
                <a:gd name="connsiteY38" fmla="*/ 1393372 h 1469572"/>
                <a:gd name="connsiteX39" fmla="*/ 3309257 w 9437914"/>
                <a:gd name="connsiteY39" fmla="*/ 1404257 h 1469572"/>
                <a:gd name="connsiteX40" fmla="*/ 3374571 w 9437914"/>
                <a:gd name="connsiteY40" fmla="*/ 1415143 h 1469572"/>
                <a:gd name="connsiteX41" fmla="*/ 3472543 w 9437914"/>
                <a:gd name="connsiteY41" fmla="*/ 1436915 h 1469572"/>
                <a:gd name="connsiteX42" fmla="*/ 3624943 w 9437914"/>
                <a:gd name="connsiteY42" fmla="*/ 1447800 h 1469572"/>
                <a:gd name="connsiteX43" fmla="*/ 4114800 w 9437914"/>
                <a:gd name="connsiteY43" fmla="*/ 1469572 h 1469572"/>
                <a:gd name="connsiteX44" fmla="*/ 4724400 w 9437914"/>
                <a:gd name="connsiteY44" fmla="*/ 1458686 h 1469572"/>
                <a:gd name="connsiteX45" fmla="*/ 4778829 w 9437914"/>
                <a:gd name="connsiteY45" fmla="*/ 1447800 h 1469572"/>
                <a:gd name="connsiteX46" fmla="*/ 5029200 w 9437914"/>
                <a:gd name="connsiteY46" fmla="*/ 1415143 h 1469572"/>
                <a:gd name="connsiteX47" fmla="*/ 5116286 w 9437914"/>
                <a:gd name="connsiteY47" fmla="*/ 1404257 h 1469572"/>
                <a:gd name="connsiteX48" fmla="*/ 5606143 w 9437914"/>
                <a:gd name="connsiteY48" fmla="*/ 1382486 h 1469572"/>
                <a:gd name="connsiteX49" fmla="*/ 6019800 w 9437914"/>
                <a:gd name="connsiteY49" fmla="*/ 1295400 h 1469572"/>
                <a:gd name="connsiteX50" fmla="*/ 6368143 w 9437914"/>
                <a:gd name="connsiteY50" fmla="*/ 1273629 h 1469572"/>
                <a:gd name="connsiteX51" fmla="*/ 6455229 w 9437914"/>
                <a:gd name="connsiteY51" fmla="*/ 1262743 h 1469572"/>
                <a:gd name="connsiteX52" fmla="*/ 6520543 w 9437914"/>
                <a:gd name="connsiteY52" fmla="*/ 1251857 h 1469572"/>
                <a:gd name="connsiteX53" fmla="*/ 6596743 w 9437914"/>
                <a:gd name="connsiteY53" fmla="*/ 1240972 h 1469572"/>
                <a:gd name="connsiteX54" fmla="*/ 6629400 w 9437914"/>
                <a:gd name="connsiteY54" fmla="*/ 1230086 h 1469572"/>
                <a:gd name="connsiteX55" fmla="*/ 6814457 w 9437914"/>
                <a:gd name="connsiteY55" fmla="*/ 1208315 h 1469572"/>
                <a:gd name="connsiteX56" fmla="*/ 6879771 w 9437914"/>
                <a:gd name="connsiteY56" fmla="*/ 1197429 h 1469572"/>
                <a:gd name="connsiteX57" fmla="*/ 6955971 w 9437914"/>
                <a:gd name="connsiteY57" fmla="*/ 1186543 h 1469572"/>
                <a:gd name="connsiteX58" fmla="*/ 7064829 w 9437914"/>
                <a:gd name="connsiteY58" fmla="*/ 1164772 h 1469572"/>
                <a:gd name="connsiteX59" fmla="*/ 7130143 w 9437914"/>
                <a:gd name="connsiteY59" fmla="*/ 1153886 h 1469572"/>
                <a:gd name="connsiteX60" fmla="*/ 7162800 w 9437914"/>
                <a:gd name="connsiteY60" fmla="*/ 1143000 h 1469572"/>
                <a:gd name="connsiteX61" fmla="*/ 7206343 w 9437914"/>
                <a:gd name="connsiteY61" fmla="*/ 1132115 h 1469572"/>
                <a:gd name="connsiteX62" fmla="*/ 7260771 w 9437914"/>
                <a:gd name="connsiteY62" fmla="*/ 1121229 h 1469572"/>
                <a:gd name="connsiteX63" fmla="*/ 7326086 w 9437914"/>
                <a:gd name="connsiteY63" fmla="*/ 1099457 h 1469572"/>
                <a:gd name="connsiteX64" fmla="*/ 7391400 w 9437914"/>
                <a:gd name="connsiteY64" fmla="*/ 1077686 h 1469572"/>
                <a:gd name="connsiteX65" fmla="*/ 7424057 w 9437914"/>
                <a:gd name="connsiteY65" fmla="*/ 1066800 h 1469572"/>
                <a:gd name="connsiteX66" fmla="*/ 7489371 w 9437914"/>
                <a:gd name="connsiteY66" fmla="*/ 1034143 h 1469572"/>
                <a:gd name="connsiteX67" fmla="*/ 7543800 w 9437914"/>
                <a:gd name="connsiteY67" fmla="*/ 990600 h 1469572"/>
                <a:gd name="connsiteX68" fmla="*/ 7609114 w 9437914"/>
                <a:gd name="connsiteY68" fmla="*/ 947057 h 1469572"/>
                <a:gd name="connsiteX69" fmla="*/ 7663543 w 9437914"/>
                <a:gd name="connsiteY69" fmla="*/ 903515 h 1469572"/>
                <a:gd name="connsiteX70" fmla="*/ 7696200 w 9437914"/>
                <a:gd name="connsiteY70" fmla="*/ 892629 h 1469572"/>
                <a:gd name="connsiteX71" fmla="*/ 7707086 w 9437914"/>
                <a:gd name="connsiteY71" fmla="*/ 859972 h 1469572"/>
                <a:gd name="connsiteX72" fmla="*/ 7772400 w 9437914"/>
                <a:gd name="connsiteY72" fmla="*/ 816429 h 1469572"/>
                <a:gd name="connsiteX73" fmla="*/ 7815943 w 9437914"/>
                <a:gd name="connsiteY73" fmla="*/ 772886 h 1469572"/>
                <a:gd name="connsiteX74" fmla="*/ 7870371 w 9437914"/>
                <a:gd name="connsiteY74" fmla="*/ 718457 h 1469572"/>
                <a:gd name="connsiteX75" fmla="*/ 7892143 w 9437914"/>
                <a:gd name="connsiteY75" fmla="*/ 696686 h 1469572"/>
                <a:gd name="connsiteX76" fmla="*/ 7924800 w 9437914"/>
                <a:gd name="connsiteY76" fmla="*/ 642257 h 1469572"/>
                <a:gd name="connsiteX77" fmla="*/ 7935686 w 9437914"/>
                <a:gd name="connsiteY77" fmla="*/ 609600 h 1469572"/>
                <a:gd name="connsiteX78" fmla="*/ 7957457 w 9437914"/>
                <a:gd name="connsiteY78" fmla="*/ 576943 h 1469572"/>
                <a:gd name="connsiteX79" fmla="*/ 7979229 w 9437914"/>
                <a:gd name="connsiteY79" fmla="*/ 511629 h 1469572"/>
                <a:gd name="connsiteX80" fmla="*/ 7990114 w 9437914"/>
                <a:gd name="connsiteY80" fmla="*/ 478972 h 1469572"/>
                <a:gd name="connsiteX81" fmla="*/ 8011886 w 9437914"/>
                <a:gd name="connsiteY81" fmla="*/ 446315 h 1469572"/>
                <a:gd name="connsiteX82" fmla="*/ 8055429 w 9437914"/>
                <a:gd name="connsiteY82" fmla="*/ 315686 h 1469572"/>
                <a:gd name="connsiteX83" fmla="*/ 8077200 w 9437914"/>
                <a:gd name="connsiteY83" fmla="*/ 250372 h 1469572"/>
                <a:gd name="connsiteX84" fmla="*/ 8120743 w 9437914"/>
                <a:gd name="connsiteY84" fmla="*/ 185057 h 1469572"/>
                <a:gd name="connsiteX85" fmla="*/ 8186057 w 9437914"/>
                <a:gd name="connsiteY85" fmla="*/ 108857 h 1469572"/>
                <a:gd name="connsiteX86" fmla="*/ 8251371 w 9437914"/>
                <a:gd name="connsiteY86" fmla="*/ 76200 h 1469572"/>
                <a:gd name="connsiteX87" fmla="*/ 8284029 w 9437914"/>
                <a:gd name="connsiteY87" fmla="*/ 54429 h 1469572"/>
                <a:gd name="connsiteX88" fmla="*/ 8305800 w 9437914"/>
                <a:gd name="connsiteY88" fmla="*/ 32657 h 1469572"/>
                <a:gd name="connsiteX89" fmla="*/ 8371114 w 9437914"/>
                <a:gd name="connsiteY89" fmla="*/ 21772 h 1469572"/>
                <a:gd name="connsiteX90" fmla="*/ 8490857 w 9437914"/>
                <a:gd name="connsiteY90" fmla="*/ 0 h 1469572"/>
                <a:gd name="connsiteX91" fmla="*/ 8610600 w 9437914"/>
                <a:gd name="connsiteY91" fmla="*/ 10886 h 1469572"/>
                <a:gd name="connsiteX92" fmla="*/ 8708571 w 9437914"/>
                <a:gd name="connsiteY92" fmla="*/ 43543 h 1469572"/>
                <a:gd name="connsiteX93" fmla="*/ 8773886 w 9437914"/>
                <a:gd name="connsiteY93" fmla="*/ 65315 h 1469572"/>
                <a:gd name="connsiteX94" fmla="*/ 8806543 w 9437914"/>
                <a:gd name="connsiteY94" fmla="*/ 76200 h 1469572"/>
                <a:gd name="connsiteX95" fmla="*/ 8850086 w 9437914"/>
                <a:gd name="connsiteY95" fmla="*/ 119743 h 1469572"/>
                <a:gd name="connsiteX96" fmla="*/ 8882743 w 9437914"/>
                <a:gd name="connsiteY96" fmla="*/ 174172 h 1469572"/>
                <a:gd name="connsiteX97" fmla="*/ 8969829 w 9437914"/>
                <a:gd name="connsiteY97" fmla="*/ 435429 h 1469572"/>
                <a:gd name="connsiteX98" fmla="*/ 8991600 w 9437914"/>
                <a:gd name="connsiteY98" fmla="*/ 500743 h 1469572"/>
                <a:gd name="connsiteX99" fmla="*/ 9002486 w 9437914"/>
                <a:gd name="connsiteY99" fmla="*/ 533400 h 1469572"/>
                <a:gd name="connsiteX100" fmla="*/ 9046029 w 9437914"/>
                <a:gd name="connsiteY100" fmla="*/ 587829 h 1469572"/>
                <a:gd name="connsiteX101" fmla="*/ 9056914 w 9437914"/>
                <a:gd name="connsiteY101" fmla="*/ 620486 h 1469572"/>
                <a:gd name="connsiteX102" fmla="*/ 9100457 w 9437914"/>
                <a:gd name="connsiteY102" fmla="*/ 664029 h 1469572"/>
                <a:gd name="connsiteX103" fmla="*/ 9144000 w 9437914"/>
                <a:gd name="connsiteY103" fmla="*/ 729343 h 1469572"/>
                <a:gd name="connsiteX104" fmla="*/ 9165771 w 9437914"/>
                <a:gd name="connsiteY104" fmla="*/ 762000 h 1469572"/>
                <a:gd name="connsiteX105" fmla="*/ 9252857 w 9437914"/>
                <a:gd name="connsiteY105" fmla="*/ 838200 h 1469572"/>
                <a:gd name="connsiteX106" fmla="*/ 9307286 w 9437914"/>
                <a:gd name="connsiteY106" fmla="*/ 870857 h 1469572"/>
                <a:gd name="connsiteX107" fmla="*/ 9394371 w 9437914"/>
                <a:gd name="connsiteY107" fmla="*/ 914400 h 1469572"/>
                <a:gd name="connsiteX108" fmla="*/ 9437914 w 9437914"/>
                <a:gd name="connsiteY108" fmla="*/ 925286 h 1469572"/>
                <a:gd name="connsiteX0" fmla="*/ 76200 w 9437914"/>
                <a:gd name="connsiteY0" fmla="*/ 10886 h 1469572"/>
                <a:gd name="connsiteX1" fmla="*/ 54429 w 9437914"/>
                <a:gd name="connsiteY1" fmla="*/ 152400 h 1469572"/>
                <a:gd name="connsiteX2" fmla="*/ 43543 w 9437914"/>
                <a:gd name="connsiteY2" fmla="*/ 217715 h 1469572"/>
                <a:gd name="connsiteX3" fmla="*/ 32657 w 9437914"/>
                <a:gd name="connsiteY3" fmla="*/ 250372 h 1469572"/>
                <a:gd name="connsiteX4" fmla="*/ 21771 w 9437914"/>
                <a:gd name="connsiteY4" fmla="*/ 304800 h 1469572"/>
                <a:gd name="connsiteX5" fmla="*/ 0 w 9437914"/>
                <a:gd name="connsiteY5" fmla="*/ 370115 h 1469572"/>
                <a:gd name="connsiteX6" fmla="*/ 10886 w 9437914"/>
                <a:gd name="connsiteY6" fmla="*/ 500743 h 1469572"/>
                <a:gd name="connsiteX7" fmla="*/ 21771 w 9437914"/>
                <a:gd name="connsiteY7" fmla="*/ 555172 h 1469572"/>
                <a:gd name="connsiteX8" fmla="*/ 32657 w 9437914"/>
                <a:gd name="connsiteY8" fmla="*/ 631372 h 1469572"/>
                <a:gd name="connsiteX9" fmla="*/ 76200 w 9437914"/>
                <a:gd name="connsiteY9" fmla="*/ 827315 h 1469572"/>
                <a:gd name="connsiteX10" fmla="*/ 87086 w 9437914"/>
                <a:gd name="connsiteY10" fmla="*/ 859972 h 1469572"/>
                <a:gd name="connsiteX11" fmla="*/ 119743 w 9437914"/>
                <a:gd name="connsiteY11" fmla="*/ 881743 h 1469572"/>
                <a:gd name="connsiteX12" fmla="*/ 174171 w 9437914"/>
                <a:gd name="connsiteY12" fmla="*/ 925286 h 1469572"/>
                <a:gd name="connsiteX13" fmla="*/ 217714 w 9437914"/>
                <a:gd name="connsiteY13" fmla="*/ 936172 h 1469572"/>
                <a:gd name="connsiteX14" fmla="*/ 250371 w 9437914"/>
                <a:gd name="connsiteY14" fmla="*/ 957943 h 1469572"/>
                <a:gd name="connsiteX15" fmla="*/ 283029 w 9437914"/>
                <a:gd name="connsiteY15" fmla="*/ 968829 h 1469572"/>
                <a:gd name="connsiteX16" fmla="*/ 391886 w 9437914"/>
                <a:gd name="connsiteY16" fmla="*/ 990600 h 1469572"/>
                <a:gd name="connsiteX17" fmla="*/ 522514 w 9437914"/>
                <a:gd name="connsiteY17" fmla="*/ 1012372 h 1469572"/>
                <a:gd name="connsiteX18" fmla="*/ 620486 w 9437914"/>
                <a:gd name="connsiteY18" fmla="*/ 1023257 h 1469572"/>
                <a:gd name="connsiteX19" fmla="*/ 772886 w 9437914"/>
                <a:gd name="connsiteY19" fmla="*/ 1045029 h 1469572"/>
                <a:gd name="connsiteX20" fmla="*/ 1132114 w 9437914"/>
                <a:gd name="connsiteY20" fmla="*/ 1066800 h 1469572"/>
                <a:gd name="connsiteX21" fmla="*/ 1317171 w 9437914"/>
                <a:gd name="connsiteY21" fmla="*/ 1077686 h 1469572"/>
                <a:gd name="connsiteX22" fmla="*/ 1469571 w 9437914"/>
                <a:gd name="connsiteY22" fmla="*/ 1088572 h 1469572"/>
                <a:gd name="connsiteX23" fmla="*/ 1545771 w 9437914"/>
                <a:gd name="connsiteY23" fmla="*/ 1099457 h 1469572"/>
                <a:gd name="connsiteX24" fmla="*/ 1654629 w 9437914"/>
                <a:gd name="connsiteY24" fmla="*/ 1121229 h 1469572"/>
                <a:gd name="connsiteX25" fmla="*/ 1676400 w 9437914"/>
                <a:gd name="connsiteY25" fmla="*/ 1153886 h 1469572"/>
                <a:gd name="connsiteX26" fmla="*/ 1774371 w 9437914"/>
                <a:gd name="connsiteY26" fmla="*/ 1208315 h 1469572"/>
                <a:gd name="connsiteX27" fmla="*/ 1872343 w 9437914"/>
                <a:gd name="connsiteY27" fmla="*/ 1219200 h 1469572"/>
                <a:gd name="connsiteX28" fmla="*/ 1959429 w 9437914"/>
                <a:gd name="connsiteY28" fmla="*/ 1230086 h 1469572"/>
                <a:gd name="connsiteX29" fmla="*/ 2307771 w 9437914"/>
                <a:gd name="connsiteY29" fmla="*/ 1240972 h 1469572"/>
                <a:gd name="connsiteX30" fmla="*/ 2427514 w 9437914"/>
                <a:gd name="connsiteY30" fmla="*/ 1251857 h 1469572"/>
                <a:gd name="connsiteX31" fmla="*/ 2721429 w 9437914"/>
                <a:gd name="connsiteY31" fmla="*/ 1273629 h 1469572"/>
                <a:gd name="connsiteX32" fmla="*/ 2797629 w 9437914"/>
                <a:gd name="connsiteY32" fmla="*/ 1295400 h 1469572"/>
                <a:gd name="connsiteX33" fmla="*/ 2895600 w 9437914"/>
                <a:gd name="connsiteY33" fmla="*/ 1317172 h 1469572"/>
                <a:gd name="connsiteX34" fmla="*/ 2939143 w 9437914"/>
                <a:gd name="connsiteY34" fmla="*/ 1328057 h 1469572"/>
                <a:gd name="connsiteX35" fmla="*/ 3004457 w 9437914"/>
                <a:gd name="connsiteY35" fmla="*/ 1338943 h 1469572"/>
                <a:gd name="connsiteX36" fmla="*/ 3058886 w 9437914"/>
                <a:gd name="connsiteY36" fmla="*/ 1349829 h 1469572"/>
                <a:gd name="connsiteX37" fmla="*/ 3189514 w 9437914"/>
                <a:gd name="connsiteY37" fmla="*/ 1371600 h 1469572"/>
                <a:gd name="connsiteX38" fmla="*/ 3276600 w 9437914"/>
                <a:gd name="connsiteY38" fmla="*/ 1393372 h 1469572"/>
                <a:gd name="connsiteX39" fmla="*/ 3309257 w 9437914"/>
                <a:gd name="connsiteY39" fmla="*/ 1404257 h 1469572"/>
                <a:gd name="connsiteX40" fmla="*/ 3374571 w 9437914"/>
                <a:gd name="connsiteY40" fmla="*/ 1415143 h 1469572"/>
                <a:gd name="connsiteX41" fmla="*/ 3472543 w 9437914"/>
                <a:gd name="connsiteY41" fmla="*/ 1436915 h 1469572"/>
                <a:gd name="connsiteX42" fmla="*/ 3624943 w 9437914"/>
                <a:gd name="connsiteY42" fmla="*/ 1447800 h 1469572"/>
                <a:gd name="connsiteX43" fmla="*/ 4114800 w 9437914"/>
                <a:gd name="connsiteY43" fmla="*/ 1469572 h 1469572"/>
                <a:gd name="connsiteX44" fmla="*/ 4724400 w 9437914"/>
                <a:gd name="connsiteY44" fmla="*/ 1458686 h 1469572"/>
                <a:gd name="connsiteX45" fmla="*/ 4778829 w 9437914"/>
                <a:gd name="connsiteY45" fmla="*/ 1447800 h 1469572"/>
                <a:gd name="connsiteX46" fmla="*/ 5029200 w 9437914"/>
                <a:gd name="connsiteY46" fmla="*/ 1415143 h 1469572"/>
                <a:gd name="connsiteX47" fmla="*/ 5116286 w 9437914"/>
                <a:gd name="connsiteY47" fmla="*/ 1404257 h 1469572"/>
                <a:gd name="connsiteX48" fmla="*/ 5606143 w 9437914"/>
                <a:gd name="connsiteY48" fmla="*/ 1382486 h 1469572"/>
                <a:gd name="connsiteX49" fmla="*/ 6019800 w 9437914"/>
                <a:gd name="connsiteY49" fmla="*/ 1338943 h 1469572"/>
                <a:gd name="connsiteX50" fmla="*/ 6368143 w 9437914"/>
                <a:gd name="connsiteY50" fmla="*/ 1273629 h 1469572"/>
                <a:gd name="connsiteX51" fmla="*/ 6455229 w 9437914"/>
                <a:gd name="connsiteY51" fmla="*/ 1262743 h 1469572"/>
                <a:gd name="connsiteX52" fmla="*/ 6520543 w 9437914"/>
                <a:gd name="connsiteY52" fmla="*/ 1251857 h 1469572"/>
                <a:gd name="connsiteX53" fmla="*/ 6596743 w 9437914"/>
                <a:gd name="connsiteY53" fmla="*/ 1240972 h 1469572"/>
                <a:gd name="connsiteX54" fmla="*/ 6629400 w 9437914"/>
                <a:gd name="connsiteY54" fmla="*/ 1230086 h 1469572"/>
                <a:gd name="connsiteX55" fmla="*/ 6814457 w 9437914"/>
                <a:gd name="connsiteY55" fmla="*/ 1208315 h 1469572"/>
                <a:gd name="connsiteX56" fmla="*/ 6879771 w 9437914"/>
                <a:gd name="connsiteY56" fmla="*/ 1197429 h 1469572"/>
                <a:gd name="connsiteX57" fmla="*/ 6955971 w 9437914"/>
                <a:gd name="connsiteY57" fmla="*/ 1186543 h 1469572"/>
                <a:gd name="connsiteX58" fmla="*/ 7064829 w 9437914"/>
                <a:gd name="connsiteY58" fmla="*/ 1164772 h 1469572"/>
                <a:gd name="connsiteX59" fmla="*/ 7130143 w 9437914"/>
                <a:gd name="connsiteY59" fmla="*/ 1153886 h 1469572"/>
                <a:gd name="connsiteX60" fmla="*/ 7162800 w 9437914"/>
                <a:gd name="connsiteY60" fmla="*/ 1143000 h 1469572"/>
                <a:gd name="connsiteX61" fmla="*/ 7206343 w 9437914"/>
                <a:gd name="connsiteY61" fmla="*/ 1132115 h 1469572"/>
                <a:gd name="connsiteX62" fmla="*/ 7260771 w 9437914"/>
                <a:gd name="connsiteY62" fmla="*/ 1121229 h 1469572"/>
                <a:gd name="connsiteX63" fmla="*/ 7326086 w 9437914"/>
                <a:gd name="connsiteY63" fmla="*/ 1099457 h 1469572"/>
                <a:gd name="connsiteX64" fmla="*/ 7391400 w 9437914"/>
                <a:gd name="connsiteY64" fmla="*/ 1077686 h 1469572"/>
                <a:gd name="connsiteX65" fmla="*/ 7424057 w 9437914"/>
                <a:gd name="connsiteY65" fmla="*/ 1066800 h 1469572"/>
                <a:gd name="connsiteX66" fmla="*/ 7489371 w 9437914"/>
                <a:gd name="connsiteY66" fmla="*/ 1034143 h 1469572"/>
                <a:gd name="connsiteX67" fmla="*/ 7543800 w 9437914"/>
                <a:gd name="connsiteY67" fmla="*/ 990600 h 1469572"/>
                <a:gd name="connsiteX68" fmla="*/ 7609114 w 9437914"/>
                <a:gd name="connsiteY68" fmla="*/ 947057 h 1469572"/>
                <a:gd name="connsiteX69" fmla="*/ 7663543 w 9437914"/>
                <a:gd name="connsiteY69" fmla="*/ 903515 h 1469572"/>
                <a:gd name="connsiteX70" fmla="*/ 7696200 w 9437914"/>
                <a:gd name="connsiteY70" fmla="*/ 892629 h 1469572"/>
                <a:gd name="connsiteX71" fmla="*/ 7707086 w 9437914"/>
                <a:gd name="connsiteY71" fmla="*/ 859972 h 1469572"/>
                <a:gd name="connsiteX72" fmla="*/ 7772400 w 9437914"/>
                <a:gd name="connsiteY72" fmla="*/ 816429 h 1469572"/>
                <a:gd name="connsiteX73" fmla="*/ 7815943 w 9437914"/>
                <a:gd name="connsiteY73" fmla="*/ 772886 h 1469572"/>
                <a:gd name="connsiteX74" fmla="*/ 7870371 w 9437914"/>
                <a:gd name="connsiteY74" fmla="*/ 718457 h 1469572"/>
                <a:gd name="connsiteX75" fmla="*/ 7892143 w 9437914"/>
                <a:gd name="connsiteY75" fmla="*/ 696686 h 1469572"/>
                <a:gd name="connsiteX76" fmla="*/ 7924800 w 9437914"/>
                <a:gd name="connsiteY76" fmla="*/ 642257 h 1469572"/>
                <a:gd name="connsiteX77" fmla="*/ 7935686 w 9437914"/>
                <a:gd name="connsiteY77" fmla="*/ 609600 h 1469572"/>
                <a:gd name="connsiteX78" fmla="*/ 7957457 w 9437914"/>
                <a:gd name="connsiteY78" fmla="*/ 576943 h 1469572"/>
                <a:gd name="connsiteX79" fmla="*/ 7979229 w 9437914"/>
                <a:gd name="connsiteY79" fmla="*/ 511629 h 1469572"/>
                <a:gd name="connsiteX80" fmla="*/ 7990114 w 9437914"/>
                <a:gd name="connsiteY80" fmla="*/ 478972 h 1469572"/>
                <a:gd name="connsiteX81" fmla="*/ 8011886 w 9437914"/>
                <a:gd name="connsiteY81" fmla="*/ 446315 h 1469572"/>
                <a:gd name="connsiteX82" fmla="*/ 8055429 w 9437914"/>
                <a:gd name="connsiteY82" fmla="*/ 315686 h 1469572"/>
                <a:gd name="connsiteX83" fmla="*/ 8077200 w 9437914"/>
                <a:gd name="connsiteY83" fmla="*/ 250372 h 1469572"/>
                <a:gd name="connsiteX84" fmla="*/ 8120743 w 9437914"/>
                <a:gd name="connsiteY84" fmla="*/ 185057 h 1469572"/>
                <a:gd name="connsiteX85" fmla="*/ 8186057 w 9437914"/>
                <a:gd name="connsiteY85" fmla="*/ 108857 h 1469572"/>
                <a:gd name="connsiteX86" fmla="*/ 8251371 w 9437914"/>
                <a:gd name="connsiteY86" fmla="*/ 76200 h 1469572"/>
                <a:gd name="connsiteX87" fmla="*/ 8284029 w 9437914"/>
                <a:gd name="connsiteY87" fmla="*/ 54429 h 1469572"/>
                <a:gd name="connsiteX88" fmla="*/ 8305800 w 9437914"/>
                <a:gd name="connsiteY88" fmla="*/ 32657 h 1469572"/>
                <a:gd name="connsiteX89" fmla="*/ 8371114 w 9437914"/>
                <a:gd name="connsiteY89" fmla="*/ 21772 h 1469572"/>
                <a:gd name="connsiteX90" fmla="*/ 8490857 w 9437914"/>
                <a:gd name="connsiteY90" fmla="*/ 0 h 1469572"/>
                <a:gd name="connsiteX91" fmla="*/ 8610600 w 9437914"/>
                <a:gd name="connsiteY91" fmla="*/ 10886 h 1469572"/>
                <a:gd name="connsiteX92" fmla="*/ 8708571 w 9437914"/>
                <a:gd name="connsiteY92" fmla="*/ 43543 h 1469572"/>
                <a:gd name="connsiteX93" fmla="*/ 8773886 w 9437914"/>
                <a:gd name="connsiteY93" fmla="*/ 65315 h 1469572"/>
                <a:gd name="connsiteX94" fmla="*/ 8806543 w 9437914"/>
                <a:gd name="connsiteY94" fmla="*/ 76200 h 1469572"/>
                <a:gd name="connsiteX95" fmla="*/ 8850086 w 9437914"/>
                <a:gd name="connsiteY95" fmla="*/ 119743 h 1469572"/>
                <a:gd name="connsiteX96" fmla="*/ 8882743 w 9437914"/>
                <a:gd name="connsiteY96" fmla="*/ 174172 h 1469572"/>
                <a:gd name="connsiteX97" fmla="*/ 8969829 w 9437914"/>
                <a:gd name="connsiteY97" fmla="*/ 435429 h 1469572"/>
                <a:gd name="connsiteX98" fmla="*/ 8991600 w 9437914"/>
                <a:gd name="connsiteY98" fmla="*/ 500743 h 1469572"/>
                <a:gd name="connsiteX99" fmla="*/ 9002486 w 9437914"/>
                <a:gd name="connsiteY99" fmla="*/ 533400 h 1469572"/>
                <a:gd name="connsiteX100" fmla="*/ 9046029 w 9437914"/>
                <a:gd name="connsiteY100" fmla="*/ 587829 h 1469572"/>
                <a:gd name="connsiteX101" fmla="*/ 9056914 w 9437914"/>
                <a:gd name="connsiteY101" fmla="*/ 620486 h 1469572"/>
                <a:gd name="connsiteX102" fmla="*/ 9100457 w 9437914"/>
                <a:gd name="connsiteY102" fmla="*/ 664029 h 1469572"/>
                <a:gd name="connsiteX103" fmla="*/ 9144000 w 9437914"/>
                <a:gd name="connsiteY103" fmla="*/ 729343 h 1469572"/>
                <a:gd name="connsiteX104" fmla="*/ 9165771 w 9437914"/>
                <a:gd name="connsiteY104" fmla="*/ 762000 h 1469572"/>
                <a:gd name="connsiteX105" fmla="*/ 9252857 w 9437914"/>
                <a:gd name="connsiteY105" fmla="*/ 838200 h 1469572"/>
                <a:gd name="connsiteX106" fmla="*/ 9307286 w 9437914"/>
                <a:gd name="connsiteY106" fmla="*/ 870857 h 1469572"/>
                <a:gd name="connsiteX107" fmla="*/ 9394371 w 9437914"/>
                <a:gd name="connsiteY107" fmla="*/ 914400 h 1469572"/>
                <a:gd name="connsiteX108" fmla="*/ 9437914 w 9437914"/>
                <a:gd name="connsiteY108" fmla="*/ 925286 h 146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9437914" h="1469572">
                  <a:moveTo>
                    <a:pt x="76200" y="10886"/>
                  </a:moveTo>
                  <a:cubicBezTo>
                    <a:pt x="57764" y="158373"/>
                    <a:pt x="74375" y="42696"/>
                    <a:pt x="54429" y="152400"/>
                  </a:cubicBezTo>
                  <a:cubicBezTo>
                    <a:pt x="50481" y="174116"/>
                    <a:pt x="48331" y="196169"/>
                    <a:pt x="43543" y="217715"/>
                  </a:cubicBezTo>
                  <a:cubicBezTo>
                    <a:pt x="41054" y="228916"/>
                    <a:pt x="35440" y="239240"/>
                    <a:pt x="32657" y="250372"/>
                  </a:cubicBezTo>
                  <a:cubicBezTo>
                    <a:pt x="28169" y="268322"/>
                    <a:pt x="26639" y="286950"/>
                    <a:pt x="21771" y="304800"/>
                  </a:cubicBezTo>
                  <a:cubicBezTo>
                    <a:pt x="15733" y="326941"/>
                    <a:pt x="0" y="370115"/>
                    <a:pt x="0" y="370115"/>
                  </a:cubicBezTo>
                  <a:cubicBezTo>
                    <a:pt x="3629" y="413658"/>
                    <a:pt x="5781" y="457349"/>
                    <a:pt x="10886" y="500743"/>
                  </a:cubicBezTo>
                  <a:cubicBezTo>
                    <a:pt x="13048" y="519119"/>
                    <a:pt x="18729" y="536921"/>
                    <a:pt x="21771" y="555172"/>
                  </a:cubicBezTo>
                  <a:cubicBezTo>
                    <a:pt x="25989" y="580481"/>
                    <a:pt x="28655" y="606028"/>
                    <a:pt x="32657" y="631372"/>
                  </a:cubicBezTo>
                  <a:cubicBezTo>
                    <a:pt x="55646" y="776965"/>
                    <a:pt x="41799" y="724110"/>
                    <a:pt x="76200" y="827315"/>
                  </a:cubicBezTo>
                  <a:cubicBezTo>
                    <a:pt x="79829" y="838201"/>
                    <a:pt x="77539" y="853607"/>
                    <a:pt x="87086" y="859972"/>
                  </a:cubicBezTo>
                  <a:cubicBezTo>
                    <a:pt x="97972" y="867229"/>
                    <a:pt x="109527" y="873570"/>
                    <a:pt x="119743" y="881743"/>
                  </a:cubicBezTo>
                  <a:cubicBezTo>
                    <a:pt x="146756" y="903354"/>
                    <a:pt x="138084" y="909820"/>
                    <a:pt x="174171" y="925286"/>
                  </a:cubicBezTo>
                  <a:cubicBezTo>
                    <a:pt x="187922" y="931179"/>
                    <a:pt x="203200" y="932543"/>
                    <a:pt x="217714" y="936172"/>
                  </a:cubicBezTo>
                  <a:cubicBezTo>
                    <a:pt x="228600" y="943429"/>
                    <a:pt x="238669" y="952092"/>
                    <a:pt x="250371" y="957943"/>
                  </a:cubicBezTo>
                  <a:cubicBezTo>
                    <a:pt x="260634" y="963075"/>
                    <a:pt x="271848" y="966249"/>
                    <a:pt x="283029" y="968829"/>
                  </a:cubicBezTo>
                  <a:cubicBezTo>
                    <a:pt x="319086" y="977150"/>
                    <a:pt x="355600" y="983343"/>
                    <a:pt x="391886" y="990600"/>
                  </a:cubicBezTo>
                  <a:cubicBezTo>
                    <a:pt x="455248" y="1003272"/>
                    <a:pt x="450498" y="1003370"/>
                    <a:pt x="522514" y="1012372"/>
                  </a:cubicBezTo>
                  <a:cubicBezTo>
                    <a:pt x="555119" y="1016447"/>
                    <a:pt x="587904" y="1019007"/>
                    <a:pt x="620486" y="1023257"/>
                  </a:cubicBezTo>
                  <a:cubicBezTo>
                    <a:pt x="671371" y="1029894"/>
                    <a:pt x="721721" y="1041093"/>
                    <a:pt x="772886" y="1045029"/>
                  </a:cubicBezTo>
                  <a:cubicBezTo>
                    <a:pt x="1017444" y="1063842"/>
                    <a:pt x="820158" y="1049938"/>
                    <a:pt x="1132114" y="1066800"/>
                  </a:cubicBezTo>
                  <a:lnTo>
                    <a:pt x="1317171" y="1077686"/>
                  </a:lnTo>
                  <a:cubicBezTo>
                    <a:pt x="1367995" y="1080965"/>
                    <a:pt x="1418871" y="1083744"/>
                    <a:pt x="1469571" y="1088572"/>
                  </a:cubicBezTo>
                  <a:cubicBezTo>
                    <a:pt x="1495113" y="1091005"/>
                    <a:pt x="1520412" y="1095556"/>
                    <a:pt x="1545771" y="1099457"/>
                  </a:cubicBezTo>
                  <a:cubicBezTo>
                    <a:pt x="1615163" y="1110132"/>
                    <a:pt x="1596913" y="1106800"/>
                    <a:pt x="1654629" y="1121229"/>
                  </a:cubicBezTo>
                  <a:cubicBezTo>
                    <a:pt x="1661886" y="1132115"/>
                    <a:pt x="1666554" y="1145271"/>
                    <a:pt x="1676400" y="1153886"/>
                  </a:cubicBezTo>
                  <a:cubicBezTo>
                    <a:pt x="1698400" y="1173136"/>
                    <a:pt x="1740072" y="1202599"/>
                    <a:pt x="1774371" y="1208315"/>
                  </a:cubicBezTo>
                  <a:cubicBezTo>
                    <a:pt x="1806782" y="1213717"/>
                    <a:pt x="1839710" y="1215361"/>
                    <a:pt x="1872343" y="1219200"/>
                  </a:cubicBezTo>
                  <a:cubicBezTo>
                    <a:pt x="1901397" y="1222618"/>
                    <a:pt x="1930211" y="1228625"/>
                    <a:pt x="1959429" y="1230086"/>
                  </a:cubicBezTo>
                  <a:cubicBezTo>
                    <a:pt x="2075455" y="1235887"/>
                    <a:pt x="2191657" y="1237343"/>
                    <a:pt x="2307771" y="1240972"/>
                  </a:cubicBezTo>
                  <a:cubicBezTo>
                    <a:pt x="2347685" y="1244600"/>
                    <a:pt x="2387513" y="1249357"/>
                    <a:pt x="2427514" y="1251857"/>
                  </a:cubicBezTo>
                  <a:cubicBezTo>
                    <a:pt x="2587502" y="1261856"/>
                    <a:pt x="2607096" y="1250762"/>
                    <a:pt x="2721429" y="1273629"/>
                  </a:cubicBezTo>
                  <a:cubicBezTo>
                    <a:pt x="2778124" y="1284968"/>
                    <a:pt x="2749228" y="1281571"/>
                    <a:pt x="2797629" y="1295400"/>
                  </a:cubicBezTo>
                  <a:cubicBezTo>
                    <a:pt x="2844095" y="1308676"/>
                    <a:pt x="2845083" y="1305946"/>
                    <a:pt x="2895600" y="1317172"/>
                  </a:cubicBezTo>
                  <a:cubicBezTo>
                    <a:pt x="2910205" y="1320417"/>
                    <a:pt x="2924473" y="1325123"/>
                    <a:pt x="2939143" y="1328057"/>
                  </a:cubicBezTo>
                  <a:cubicBezTo>
                    <a:pt x="2960786" y="1332386"/>
                    <a:pt x="2982741" y="1334995"/>
                    <a:pt x="3004457" y="1338943"/>
                  </a:cubicBezTo>
                  <a:cubicBezTo>
                    <a:pt x="3022661" y="1342253"/>
                    <a:pt x="3040665" y="1346614"/>
                    <a:pt x="3058886" y="1349829"/>
                  </a:cubicBezTo>
                  <a:cubicBezTo>
                    <a:pt x="3102358" y="1357500"/>
                    <a:pt x="3146689" y="1360893"/>
                    <a:pt x="3189514" y="1371600"/>
                  </a:cubicBezTo>
                  <a:cubicBezTo>
                    <a:pt x="3218543" y="1378857"/>
                    <a:pt x="3248213" y="1383910"/>
                    <a:pt x="3276600" y="1393372"/>
                  </a:cubicBezTo>
                  <a:cubicBezTo>
                    <a:pt x="3287486" y="1397000"/>
                    <a:pt x="3298056" y="1401768"/>
                    <a:pt x="3309257" y="1404257"/>
                  </a:cubicBezTo>
                  <a:cubicBezTo>
                    <a:pt x="3330803" y="1409045"/>
                    <a:pt x="3352928" y="1410814"/>
                    <a:pt x="3374571" y="1415143"/>
                  </a:cubicBezTo>
                  <a:cubicBezTo>
                    <a:pt x="3412643" y="1422758"/>
                    <a:pt x="3432408" y="1432690"/>
                    <a:pt x="3472543" y="1436915"/>
                  </a:cubicBezTo>
                  <a:cubicBezTo>
                    <a:pt x="3523193" y="1442246"/>
                    <a:pt x="3574113" y="1444623"/>
                    <a:pt x="3624943" y="1447800"/>
                  </a:cubicBezTo>
                  <a:cubicBezTo>
                    <a:pt x="3838662" y="1461157"/>
                    <a:pt x="3875581" y="1460712"/>
                    <a:pt x="4114800" y="1469572"/>
                  </a:cubicBezTo>
                  <a:lnTo>
                    <a:pt x="4724400" y="1458686"/>
                  </a:lnTo>
                  <a:cubicBezTo>
                    <a:pt x="4742892" y="1458080"/>
                    <a:pt x="4760553" y="1450686"/>
                    <a:pt x="4778829" y="1447800"/>
                  </a:cubicBezTo>
                  <a:cubicBezTo>
                    <a:pt x="4932432" y="1423547"/>
                    <a:pt x="4900285" y="1430310"/>
                    <a:pt x="5029200" y="1415143"/>
                  </a:cubicBezTo>
                  <a:cubicBezTo>
                    <a:pt x="5058254" y="1411725"/>
                    <a:pt x="5087163" y="1407031"/>
                    <a:pt x="5116286" y="1404257"/>
                  </a:cubicBezTo>
                  <a:cubicBezTo>
                    <a:pt x="5299956" y="1386765"/>
                    <a:pt x="5391417" y="1389196"/>
                    <a:pt x="5606143" y="1382486"/>
                  </a:cubicBezTo>
                  <a:cubicBezTo>
                    <a:pt x="5756729" y="1364343"/>
                    <a:pt x="5892800" y="1357086"/>
                    <a:pt x="6019800" y="1338943"/>
                  </a:cubicBezTo>
                  <a:cubicBezTo>
                    <a:pt x="6146800" y="1320800"/>
                    <a:pt x="6121349" y="1287340"/>
                    <a:pt x="6368143" y="1273629"/>
                  </a:cubicBezTo>
                  <a:lnTo>
                    <a:pt x="6455229" y="1262743"/>
                  </a:lnTo>
                  <a:cubicBezTo>
                    <a:pt x="6477079" y="1259622"/>
                    <a:pt x="6498728" y="1255213"/>
                    <a:pt x="6520543" y="1251857"/>
                  </a:cubicBezTo>
                  <a:cubicBezTo>
                    <a:pt x="6545902" y="1247956"/>
                    <a:pt x="6571343" y="1244600"/>
                    <a:pt x="6596743" y="1240972"/>
                  </a:cubicBezTo>
                  <a:cubicBezTo>
                    <a:pt x="6607629" y="1237343"/>
                    <a:pt x="6618199" y="1232575"/>
                    <a:pt x="6629400" y="1230086"/>
                  </a:cubicBezTo>
                  <a:cubicBezTo>
                    <a:pt x="6698507" y="1214728"/>
                    <a:pt x="6737633" y="1217353"/>
                    <a:pt x="6814457" y="1208315"/>
                  </a:cubicBezTo>
                  <a:cubicBezTo>
                    <a:pt x="6836377" y="1205736"/>
                    <a:pt x="6857956" y="1200785"/>
                    <a:pt x="6879771" y="1197429"/>
                  </a:cubicBezTo>
                  <a:cubicBezTo>
                    <a:pt x="6905131" y="1193527"/>
                    <a:pt x="6930704" y="1191002"/>
                    <a:pt x="6955971" y="1186543"/>
                  </a:cubicBezTo>
                  <a:cubicBezTo>
                    <a:pt x="6992412" y="1180112"/>
                    <a:pt x="7028328" y="1170856"/>
                    <a:pt x="7064829" y="1164772"/>
                  </a:cubicBezTo>
                  <a:cubicBezTo>
                    <a:pt x="7086600" y="1161143"/>
                    <a:pt x="7108597" y="1158674"/>
                    <a:pt x="7130143" y="1153886"/>
                  </a:cubicBezTo>
                  <a:cubicBezTo>
                    <a:pt x="7141344" y="1151397"/>
                    <a:pt x="7151767" y="1146152"/>
                    <a:pt x="7162800" y="1143000"/>
                  </a:cubicBezTo>
                  <a:cubicBezTo>
                    <a:pt x="7177185" y="1138890"/>
                    <a:pt x="7191738" y="1135360"/>
                    <a:pt x="7206343" y="1132115"/>
                  </a:cubicBezTo>
                  <a:cubicBezTo>
                    <a:pt x="7224404" y="1128101"/>
                    <a:pt x="7242921" y="1126097"/>
                    <a:pt x="7260771" y="1121229"/>
                  </a:cubicBezTo>
                  <a:cubicBezTo>
                    <a:pt x="7282912" y="1115190"/>
                    <a:pt x="7304314" y="1106714"/>
                    <a:pt x="7326086" y="1099457"/>
                  </a:cubicBezTo>
                  <a:lnTo>
                    <a:pt x="7391400" y="1077686"/>
                  </a:lnTo>
                  <a:cubicBezTo>
                    <a:pt x="7402286" y="1074057"/>
                    <a:pt x="7414510" y="1073165"/>
                    <a:pt x="7424057" y="1066800"/>
                  </a:cubicBezTo>
                  <a:cubicBezTo>
                    <a:pt x="7466261" y="1038664"/>
                    <a:pt x="7444303" y="1049166"/>
                    <a:pt x="7489371" y="1034143"/>
                  </a:cubicBezTo>
                  <a:cubicBezTo>
                    <a:pt x="7538064" y="961106"/>
                    <a:pt x="7480703" y="1032665"/>
                    <a:pt x="7543800" y="990600"/>
                  </a:cubicBezTo>
                  <a:cubicBezTo>
                    <a:pt x="7625341" y="936239"/>
                    <a:pt x="7531464" y="972941"/>
                    <a:pt x="7609114" y="947057"/>
                  </a:cubicBezTo>
                  <a:cubicBezTo>
                    <a:pt x="7629364" y="926808"/>
                    <a:pt x="7636079" y="917247"/>
                    <a:pt x="7663543" y="903515"/>
                  </a:cubicBezTo>
                  <a:cubicBezTo>
                    <a:pt x="7673806" y="898383"/>
                    <a:pt x="7685314" y="896258"/>
                    <a:pt x="7696200" y="892629"/>
                  </a:cubicBezTo>
                  <a:cubicBezTo>
                    <a:pt x="7699829" y="881743"/>
                    <a:pt x="7698972" y="868086"/>
                    <a:pt x="7707086" y="859972"/>
                  </a:cubicBezTo>
                  <a:cubicBezTo>
                    <a:pt x="7725588" y="841470"/>
                    <a:pt x="7753898" y="834931"/>
                    <a:pt x="7772400" y="816429"/>
                  </a:cubicBezTo>
                  <a:lnTo>
                    <a:pt x="7815943" y="772886"/>
                  </a:lnTo>
                  <a:lnTo>
                    <a:pt x="7870371" y="718457"/>
                  </a:lnTo>
                  <a:lnTo>
                    <a:pt x="7892143" y="696686"/>
                  </a:lnTo>
                  <a:cubicBezTo>
                    <a:pt x="7922981" y="604174"/>
                    <a:pt x="7879973" y="716970"/>
                    <a:pt x="7924800" y="642257"/>
                  </a:cubicBezTo>
                  <a:cubicBezTo>
                    <a:pt x="7930704" y="632418"/>
                    <a:pt x="7930554" y="619863"/>
                    <a:pt x="7935686" y="609600"/>
                  </a:cubicBezTo>
                  <a:cubicBezTo>
                    <a:pt x="7941537" y="597898"/>
                    <a:pt x="7952144" y="588898"/>
                    <a:pt x="7957457" y="576943"/>
                  </a:cubicBezTo>
                  <a:cubicBezTo>
                    <a:pt x="7966778" y="555972"/>
                    <a:pt x="7971972" y="533400"/>
                    <a:pt x="7979229" y="511629"/>
                  </a:cubicBezTo>
                  <a:cubicBezTo>
                    <a:pt x="7982858" y="500743"/>
                    <a:pt x="7983749" y="488519"/>
                    <a:pt x="7990114" y="478972"/>
                  </a:cubicBezTo>
                  <a:lnTo>
                    <a:pt x="8011886" y="446315"/>
                  </a:lnTo>
                  <a:lnTo>
                    <a:pt x="8055429" y="315686"/>
                  </a:lnTo>
                  <a:cubicBezTo>
                    <a:pt x="8055431" y="315681"/>
                    <a:pt x="8077197" y="250376"/>
                    <a:pt x="8077200" y="250372"/>
                  </a:cubicBezTo>
                  <a:lnTo>
                    <a:pt x="8120743" y="185057"/>
                  </a:lnTo>
                  <a:cubicBezTo>
                    <a:pt x="8140440" y="155511"/>
                    <a:pt x="8154380" y="129975"/>
                    <a:pt x="8186057" y="108857"/>
                  </a:cubicBezTo>
                  <a:cubicBezTo>
                    <a:pt x="8279642" y="46468"/>
                    <a:pt x="8161238" y="121266"/>
                    <a:pt x="8251371" y="76200"/>
                  </a:cubicBezTo>
                  <a:cubicBezTo>
                    <a:pt x="8263073" y="70349"/>
                    <a:pt x="8273813" y="62602"/>
                    <a:pt x="8284029" y="54429"/>
                  </a:cubicBezTo>
                  <a:cubicBezTo>
                    <a:pt x="8292043" y="48018"/>
                    <a:pt x="8296190" y="36261"/>
                    <a:pt x="8305800" y="32657"/>
                  </a:cubicBezTo>
                  <a:cubicBezTo>
                    <a:pt x="8326466" y="24907"/>
                    <a:pt x="8349398" y="25720"/>
                    <a:pt x="8371114" y="21772"/>
                  </a:cubicBezTo>
                  <a:cubicBezTo>
                    <a:pt x="8538564" y="-8673"/>
                    <a:pt x="8298287" y="32096"/>
                    <a:pt x="8490857" y="0"/>
                  </a:cubicBezTo>
                  <a:cubicBezTo>
                    <a:pt x="8530771" y="3629"/>
                    <a:pt x="8571131" y="3921"/>
                    <a:pt x="8610600" y="10886"/>
                  </a:cubicBezTo>
                  <a:cubicBezTo>
                    <a:pt x="8610608" y="10887"/>
                    <a:pt x="8692239" y="38099"/>
                    <a:pt x="8708571" y="43543"/>
                  </a:cubicBezTo>
                  <a:lnTo>
                    <a:pt x="8773886" y="65315"/>
                  </a:lnTo>
                  <a:lnTo>
                    <a:pt x="8806543" y="76200"/>
                  </a:lnTo>
                  <a:cubicBezTo>
                    <a:pt x="8821057" y="90714"/>
                    <a:pt x="8843595" y="100270"/>
                    <a:pt x="8850086" y="119743"/>
                  </a:cubicBezTo>
                  <a:cubicBezTo>
                    <a:pt x="8864216" y="162137"/>
                    <a:pt x="8852857" y="144286"/>
                    <a:pt x="8882743" y="174172"/>
                  </a:cubicBezTo>
                  <a:lnTo>
                    <a:pt x="8969829" y="435429"/>
                  </a:lnTo>
                  <a:lnTo>
                    <a:pt x="8991600" y="500743"/>
                  </a:lnTo>
                  <a:cubicBezTo>
                    <a:pt x="8995229" y="511629"/>
                    <a:pt x="8996121" y="523853"/>
                    <a:pt x="9002486" y="533400"/>
                  </a:cubicBezTo>
                  <a:cubicBezTo>
                    <a:pt x="9029950" y="574597"/>
                    <a:pt x="9015006" y="556806"/>
                    <a:pt x="9046029" y="587829"/>
                  </a:cubicBezTo>
                  <a:cubicBezTo>
                    <a:pt x="9049657" y="598715"/>
                    <a:pt x="9050245" y="611149"/>
                    <a:pt x="9056914" y="620486"/>
                  </a:cubicBezTo>
                  <a:cubicBezTo>
                    <a:pt x="9068845" y="637189"/>
                    <a:pt x="9100457" y="664029"/>
                    <a:pt x="9100457" y="664029"/>
                  </a:cubicBezTo>
                  <a:cubicBezTo>
                    <a:pt x="9119588" y="721421"/>
                    <a:pt x="9098699" y="674981"/>
                    <a:pt x="9144000" y="729343"/>
                  </a:cubicBezTo>
                  <a:cubicBezTo>
                    <a:pt x="9152375" y="739394"/>
                    <a:pt x="9157156" y="752154"/>
                    <a:pt x="9165771" y="762000"/>
                  </a:cubicBezTo>
                  <a:cubicBezTo>
                    <a:pt x="9244108" y="851529"/>
                    <a:pt x="9191377" y="789017"/>
                    <a:pt x="9252857" y="838200"/>
                  </a:cubicBezTo>
                  <a:cubicBezTo>
                    <a:pt x="9295551" y="872355"/>
                    <a:pt x="9250573" y="851954"/>
                    <a:pt x="9307286" y="870857"/>
                  </a:cubicBezTo>
                  <a:cubicBezTo>
                    <a:pt x="9345284" y="908857"/>
                    <a:pt x="9319320" y="889383"/>
                    <a:pt x="9394371" y="914400"/>
                  </a:cubicBezTo>
                  <a:cubicBezTo>
                    <a:pt x="9430472" y="926433"/>
                    <a:pt x="9415554" y="925286"/>
                    <a:pt x="9437914" y="925286"/>
                  </a:cubicBezTo>
                </a:path>
              </a:pathLst>
            </a:custGeom>
            <a:ln w="38100" cap="flat" cmpd="sng" algn="ctr">
              <a:solidFill>
                <a:schemeClr val="accent4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L" sz="1600" b="1">
                <a:latin typeface="NVIDIA Sans" panose="020B0503020203020204" pitchFamily="34" charset="0"/>
                <a:cs typeface="NVIDIA Sans" panose="020B050302020302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D074EAE-08BA-0EFE-DF98-CF9E15F2DC5C}"/>
                </a:ext>
              </a:extLst>
            </p:cNvPr>
            <p:cNvSpPr txBox="1"/>
            <p:nvPr/>
          </p:nvSpPr>
          <p:spPr>
            <a:xfrm>
              <a:off x="4956011" y="3282061"/>
              <a:ext cx="22322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L" sz="1600" b="1" dirty="0">
                  <a:solidFill>
                    <a:schemeClr val="accent4"/>
                  </a:solidFill>
                  <a:latin typeface="NVIDIA Sans" panose="020B0503020203020204" pitchFamily="34" charset="0"/>
                  <a:cs typeface="NVIDIA Sans" panose="020B0503020203020204" pitchFamily="34" charset="0"/>
                </a:rPr>
                <a:t>Data Path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930ED8A-F05B-06FD-A6D9-34E3A2E1BBF8}"/>
                </a:ext>
              </a:extLst>
            </p:cNvPr>
            <p:cNvSpPr txBox="1"/>
            <p:nvPr/>
          </p:nvSpPr>
          <p:spPr>
            <a:xfrm>
              <a:off x="4079776" y="4698232"/>
              <a:ext cx="3888432" cy="1725291"/>
            </a:xfrm>
            <a:prstGeom prst="rect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 anchor="ctr" anchorCtr="1">
              <a:noAutofit/>
            </a:bodyPr>
            <a:lstStyle/>
            <a:p>
              <a:pPr algn="ctr"/>
              <a:r>
                <a:rPr lang="en-IL" sz="1600" b="1" dirty="0">
                  <a:solidFill>
                    <a:schemeClr val="accent4"/>
                  </a:solidFill>
                  <a:latin typeface="NVIDIA Sans" panose="020B0503020203020204" pitchFamily="34" charset="0"/>
                  <a:cs typeface="NVIDIA Sans" panose="020B0503020203020204" pitchFamily="34" charset="0"/>
                </a:rPr>
                <a:t>Management</a:t>
              </a:r>
            </a:p>
            <a:p>
              <a:pPr algn="ctr"/>
              <a:r>
                <a:rPr lang="en-IL" sz="1600" b="1" dirty="0">
                  <a:solidFill>
                    <a:schemeClr val="accent4"/>
                  </a:solidFill>
                  <a:latin typeface="NVIDIA Sans" panose="020B0503020203020204" pitchFamily="34" charset="0"/>
                  <a:cs typeface="NVIDIA Sans" panose="020B0503020203020204" pitchFamily="34" charset="0"/>
                </a:rPr>
                <a:t>(Node.js / Mongo / Kafka)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3C3FB686-EEFF-6E64-41E6-D8720338AB5B}"/>
                </a:ext>
              </a:extLst>
            </p:cNvPr>
            <p:cNvCxnSpPr>
              <a:cxnSpLocks/>
              <a:stCxn id="4" idx="2"/>
            </p:cNvCxnSpPr>
            <p:nvPr/>
          </p:nvCxnSpPr>
          <p:spPr>
            <a:xfrm>
              <a:off x="2075485" y="3429000"/>
              <a:ext cx="2002796" cy="1738742"/>
            </a:xfrm>
            <a:prstGeom prst="straightConnector1">
              <a:avLst/>
            </a:prstGeom>
            <a:ln w="38100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7570C18-AC67-8F7A-F9C6-DCFE7382E948}"/>
                </a:ext>
              </a:extLst>
            </p:cNvPr>
            <p:cNvSpPr txBox="1"/>
            <p:nvPr/>
          </p:nvSpPr>
          <p:spPr>
            <a:xfrm rot="2472469">
              <a:off x="2042651" y="4050361"/>
              <a:ext cx="22322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L" sz="1600" b="1" dirty="0">
                  <a:solidFill>
                    <a:schemeClr val="accent4"/>
                  </a:solidFill>
                  <a:latin typeface="NVIDIA Sans" panose="020B0503020203020204" pitchFamily="34" charset="0"/>
                  <a:cs typeface="NVIDIA Sans" panose="020B0503020203020204" pitchFamily="34" charset="0"/>
                </a:rPr>
                <a:t>Monitoring Data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4D2A3F70-570A-7025-CBDE-BC276DBA2F1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26" y="3429000"/>
              <a:ext cx="3240050" cy="2880320"/>
            </a:xfrm>
            <a:prstGeom prst="straightConnector1">
              <a:avLst/>
            </a:prstGeom>
            <a:ln w="38100" cap="flat" cmpd="sng" algn="ctr">
              <a:solidFill>
                <a:schemeClr val="accent4"/>
              </a:solidFill>
              <a:prstDash val="solid"/>
              <a:round/>
              <a:headEnd type="arrow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5F3DDCF-DA35-03ED-5AC2-631F3B66802C}"/>
                </a:ext>
              </a:extLst>
            </p:cNvPr>
            <p:cNvSpPr txBox="1"/>
            <p:nvPr/>
          </p:nvSpPr>
          <p:spPr>
            <a:xfrm rot="2472469">
              <a:off x="1580397" y="4338393"/>
              <a:ext cx="22322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L" sz="1600" b="1" dirty="0">
                  <a:solidFill>
                    <a:schemeClr val="accent4"/>
                  </a:solidFill>
                  <a:latin typeface="NVIDIA Sans" panose="020B0503020203020204" pitchFamily="34" charset="0"/>
                  <a:cs typeface="NVIDIA Sans" panose="020B0503020203020204" pitchFamily="34" charset="0"/>
                </a:rPr>
                <a:t>Restful API – TCP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64C1A85-1666-F574-5FC5-290D3213E822}"/>
                </a:ext>
              </a:extLst>
            </p:cNvPr>
            <p:cNvSpPr txBox="1"/>
            <p:nvPr/>
          </p:nvSpPr>
          <p:spPr>
            <a:xfrm rot="2472469">
              <a:off x="1149844" y="4698433"/>
              <a:ext cx="22322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L" sz="1600" b="1" dirty="0">
                  <a:solidFill>
                    <a:schemeClr val="accent4"/>
                  </a:solidFill>
                  <a:latin typeface="NVIDIA Sans" panose="020B0503020203020204" pitchFamily="34" charset="0"/>
                  <a:cs typeface="NVIDIA Sans" panose="020B0503020203020204" pitchFamily="34" charset="0"/>
                </a:rPr>
                <a:t>Volume Definitions</a:t>
              </a: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9803AEEC-65C6-8712-B72A-45422104E9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72633" y="3429000"/>
              <a:ext cx="2441083" cy="1820050"/>
            </a:xfrm>
            <a:prstGeom prst="straightConnector1">
              <a:avLst/>
            </a:prstGeom>
            <a:ln w="38100" cap="flat" cmpd="sng" algn="ctr">
              <a:solidFill>
                <a:schemeClr val="accent4"/>
              </a:solidFill>
              <a:prstDash val="solid"/>
              <a:round/>
              <a:headEnd type="arrow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AD5C345-74B7-1178-6C48-36D1E13FD33F}"/>
                </a:ext>
              </a:extLst>
            </p:cNvPr>
            <p:cNvSpPr txBox="1"/>
            <p:nvPr/>
          </p:nvSpPr>
          <p:spPr>
            <a:xfrm rot="19349643">
              <a:off x="7378055" y="3892556"/>
              <a:ext cx="323772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L" sz="1600" b="1" dirty="0">
                  <a:solidFill>
                    <a:schemeClr val="accent4"/>
                  </a:solidFill>
                  <a:latin typeface="NVIDIA Sans" panose="020B0503020203020204" pitchFamily="34" charset="0"/>
                  <a:cs typeface="NVIDIA Sans" panose="020B0503020203020204" pitchFamily="34" charset="0"/>
                </a:rPr>
                <a:t>Hardware Description, Monitoring Data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9566A5D2-08D3-C40C-2832-276E4880DC29}"/>
                </a:ext>
              </a:extLst>
            </p:cNvPr>
            <p:cNvCxnSpPr>
              <a:cxnSpLocks/>
            </p:cNvCxnSpPr>
            <p:nvPr/>
          </p:nvCxnSpPr>
          <p:spPr>
            <a:xfrm rot="16877174">
              <a:off x="8060893" y="3296548"/>
              <a:ext cx="3240050" cy="2880320"/>
            </a:xfrm>
            <a:prstGeom prst="straightConnector1">
              <a:avLst/>
            </a:prstGeom>
            <a:ln w="38100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5E3C466-6114-0F5E-40ED-B13F1EDAFA5C}"/>
                </a:ext>
              </a:extLst>
            </p:cNvPr>
            <p:cNvSpPr txBox="1"/>
            <p:nvPr/>
          </p:nvSpPr>
          <p:spPr>
            <a:xfrm rot="19349643">
              <a:off x="8383890" y="4289578"/>
              <a:ext cx="22322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L" sz="1600" b="1" dirty="0">
                  <a:solidFill>
                    <a:schemeClr val="accent4"/>
                  </a:solidFill>
                  <a:latin typeface="NVIDIA Sans" panose="020B0503020203020204" pitchFamily="34" charset="0"/>
                  <a:cs typeface="NVIDIA Sans" panose="020B0503020203020204" pitchFamily="34" charset="0"/>
                </a:rPr>
                <a:t>Restful API – TCP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78F74FE-BDB7-646A-AF32-CEFDB1C17D32}"/>
                </a:ext>
              </a:extLst>
            </p:cNvPr>
            <p:cNvSpPr txBox="1"/>
            <p:nvPr/>
          </p:nvSpPr>
          <p:spPr>
            <a:xfrm rot="19349643">
              <a:off x="8204239" y="4746211"/>
              <a:ext cx="28937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L" sz="1600" b="1" dirty="0">
                  <a:solidFill>
                    <a:schemeClr val="accent4"/>
                  </a:solidFill>
                  <a:latin typeface="NVIDIA Sans" panose="020B0503020203020204" pitchFamily="34" charset="0"/>
                  <a:cs typeface="NVIDIA Sans" panose="020B0503020203020204" pitchFamily="34" charset="0"/>
                </a:rPr>
                <a:t>Configuration Commands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801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76</Words>
  <Application>Microsoft Macintosh PowerPoint</Application>
  <PresentationFormat>Widescreen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NVIDIA Sans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Yaniv Romem</dc:creator>
  <cp:lastModifiedBy>Yaniv Romem</cp:lastModifiedBy>
  <cp:revision>2</cp:revision>
  <dcterms:created xsi:type="dcterms:W3CDTF">2025-10-26T13:03:31Z</dcterms:created>
  <dcterms:modified xsi:type="dcterms:W3CDTF">2025-10-26T13:33:34Z</dcterms:modified>
</cp:coreProperties>
</file>